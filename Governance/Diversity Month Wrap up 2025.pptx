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4673" r:id="rId5"/>
  </p:sldMasterIdLst>
  <p:notesMasterIdLst>
    <p:notesMasterId r:id="rId13"/>
  </p:notesMasterIdLst>
  <p:handoutMasterIdLst>
    <p:handoutMasterId r:id="rId14"/>
  </p:handoutMasterIdLst>
  <p:sldIdLst>
    <p:sldId id="2147472199" r:id="rId6"/>
    <p:sldId id="2147472202" r:id="rId7"/>
    <p:sldId id="2147472203" r:id="rId8"/>
    <p:sldId id="2147472206" r:id="rId9"/>
    <p:sldId id="2147472205" r:id="rId10"/>
    <p:sldId id="2147472207" r:id="rId11"/>
    <p:sldId id="2147480755" r:id="rId12"/>
  </p:sldIdLst>
  <p:sldSz cx="12192000" cy="6858000"/>
  <p:notesSz cx="6805613" cy="99441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DB084BDD-7705-4C7B-800A-F39A3FFADDDE}">
          <p14:sldIdLst>
            <p14:sldId id="2147472199"/>
            <p14:sldId id="2147472202"/>
            <p14:sldId id="2147472203"/>
            <p14:sldId id="2147472206"/>
            <p14:sldId id="2147472205"/>
            <p14:sldId id="2147472207"/>
            <p14:sldId id="2147480755"/>
          </p14:sldIdLst>
        </p14:section>
      </p14:sectionLst>
    </p:ext>
    <p:ext uri="{EFAFB233-063F-42B5-8137-9DF3F51BA10A}">
      <p15:sldGuideLst xmlns:p15="http://schemas.microsoft.com/office/powerpoint/2012/main">
        <p15:guide id="1" pos="234" userDrawn="1">
          <p15:clr>
            <a:srgbClr val="A4A3A4"/>
          </p15:clr>
        </p15:guide>
        <p15:guide id="2" orient="horz" pos="1261" userDrawn="1">
          <p15:clr>
            <a:srgbClr val="A4A3A4"/>
          </p15:clr>
        </p15:guide>
        <p15:guide id="3" orient="horz" pos="3680" userDrawn="1">
          <p15:clr>
            <a:srgbClr val="A4A3A4"/>
          </p15:clr>
        </p15:guide>
        <p15:guide id="4"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9F3A3E-29FD-D1B8-7768-A401A6BAFBAC}" name="Brown, Mikell" initials="BM" userId="S::mikellbrown@kpmg.fr::fc1dca41-f0a2-48fc-bbfa-b55aa5e1d854" providerId="AD"/>
  <p188:author id="{5FA6A289-BBF0-86DB-672E-08F68E165274}" name="Goy, Leopoldine" initials="GL" userId="S::leopoldinegoy@kpmg.fr::b816c1b4-1be7-4967-afe9-4b227473ccc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ruel, Mathieu" initials="BM" lastIdx="21" clrIdx="0">
    <p:extLst>
      <p:ext uri="{19B8F6BF-5375-455C-9EA6-DF929625EA0E}">
        <p15:presenceInfo xmlns:p15="http://schemas.microsoft.com/office/powerpoint/2012/main" userId="S::mbruel@kpmg.fr::0c2403fd-e7c7-4e7f-af0b-02b9161c7f3b" providerId="AD"/>
      </p:ext>
    </p:extLst>
  </p:cmAuthor>
  <p:cmAuthor id="2" name="Valentin, Martine" initials="VM" lastIdx="6" clrIdx="1">
    <p:extLst>
      <p:ext uri="{19B8F6BF-5375-455C-9EA6-DF929625EA0E}">
        <p15:presenceInfo xmlns:p15="http://schemas.microsoft.com/office/powerpoint/2012/main" userId="S::mvalentin@kpmg.fr::590782aa-a257-4e23-a407-dd18978dbdc5" providerId="AD"/>
      </p:ext>
    </p:extLst>
  </p:cmAuthor>
  <p:cmAuthor id="3" name="Vaillant, Bruno" initials="VB" lastIdx="1" clrIdx="2">
    <p:extLst>
      <p:ext uri="{19B8F6BF-5375-455C-9EA6-DF929625EA0E}">
        <p15:presenceInfo xmlns:p15="http://schemas.microsoft.com/office/powerpoint/2012/main" userId="S-1-5-21-2591515774-526371144-4021151028-116931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E0E"/>
    <a:srgbClr val="F6936A"/>
    <a:srgbClr val="396B5D"/>
    <a:srgbClr val="54A08A"/>
    <a:srgbClr val="7E93A7"/>
    <a:srgbClr val="F6D0CC"/>
    <a:srgbClr val="FCDBCD"/>
    <a:srgbClr val="FBE9E7"/>
    <a:srgbClr val="2B728A"/>
    <a:srgbClr val="1543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27102A9-8310-4765-A935-A1911B00CA55}" styleName="Style léger 1 - Accentuation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Style à thème 2 - Accentuation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Style à thème 2 - Accentuation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8FB837D-C827-4EFA-A057-4D05807E0F7C}" styleName="Style à thème 1 - Accentuation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94125" autoAdjust="0"/>
  </p:normalViewPr>
  <p:slideViewPr>
    <p:cSldViewPr snapToGrid="0">
      <p:cViewPr varScale="1">
        <p:scale>
          <a:sx n="105" d="100"/>
          <a:sy n="105" d="100"/>
        </p:scale>
        <p:origin x="1074" y="108"/>
      </p:cViewPr>
      <p:guideLst>
        <p:guide pos="234"/>
        <p:guide orient="horz" pos="1261"/>
        <p:guide orient="horz" pos="3680"/>
        <p:guide pos="3840"/>
      </p:guideLst>
    </p:cSldViewPr>
  </p:slideViewPr>
  <p:notesTextViewPr>
    <p:cViewPr>
      <p:scale>
        <a:sx n="3" d="2"/>
        <a:sy n="3" d="2"/>
      </p:scale>
      <p:origin x="0" y="0"/>
    </p:cViewPr>
  </p:notesTextViewPr>
  <p:sorterViewPr>
    <p:cViewPr>
      <p:scale>
        <a:sx n="100" d="100"/>
        <a:sy n="100" d="100"/>
      </p:scale>
      <p:origin x="0" y="-2064"/>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1FE3B95F-54B9-44BD-BDFE-DE50F8AB3D1C}"/>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Espace réservé de la date 2">
            <a:extLst>
              <a:ext uri="{FF2B5EF4-FFF2-40B4-BE49-F238E27FC236}">
                <a16:creationId xmlns:a16="http://schemas.microsoft.com/office/drawing/2014/main" id="{1DBA388C-8B45-430A-8EBD-4450036B1DD4}"/>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8658DF96-D868-42B0-8D29-FA2DBC14F3D7}" type="datetimeFigureOut">
              <a:rPr lang="en-US" smtClean="0"/>
              <a:t>12/12/2025</a:t>
            </a:fld>
            <a:endParaRPr lang="en-US"/>
          </a:p>
        </p:txBody>
      </p:sp>
      <p:sp>
        <p:nvSpPr>
          <p:cNvPr id="4" name="Espace réservé du pied de page 3">
            <a:extLst>
              <a:ext uri="{FF2B5EF4-FFF2-40B4-BE49-F238E27FC236}">
                <a16:creationId xmlns:a16="http://schemas.microsoft.com/office/drawing/2014/main" id="{D6F5E2E7-75C8-49F8-ADFF-473A749F9C16}"/>
              </a:ext>
            </a:extLst>
          </p:cNvPr>
          <p:cNvSpPr>
            <a:spLocks noGrp="1"/>
          </p:cNvSpPr>
          <p:nvPr>
            <p:ph type="ftr" sz="quarter" idx="2"/>
          </p:nvPr>
        </p:nvSpPr>
        <p:spPr>
          <a:xfrm>
            <a:off x="0" y="9445625"/>
            <a:ext cx="2949575" cy="498475"/>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a:extLst>
              <a:ext uri="{FF2B5EF4-FFF2-40B4-BE49-F238E27FC236}">
                <a16:creationId xmlns:a16="http://schemas.microsoft.com/office/drawing/2014/main" id="{B3CF52CE-12CF-4C1A-B4F2-946C817AC540}"/>
              </a:ext>
            </a:extLst>
          </p:cNvPr>
          <p:cNvSpPr>
            <a:spLocks noGrp="1"/>
          </p:cNvSpPr>
          <p:nvPr>
            <p:ph type="sldNum" sz="quarter" idx="3"/>
          </p:nvPr>
        </p:nvSpPr>
        <p:spPr>
          <a:xfrm>
            <a:off x="3854450" y="9445625"/>
            <a:ext cx="2949575" cy="498475"/>
          </a:xfrm>
          <a:prstGeom prst="rect">
            <a:avLst/>
          </a:prstGeom>
        </p:spPr>
        <p:txBody>
          <a:bodyPr vert="horz" lIns="91440" tIns="45720" rIns="91440" bIns="45720" rtlCol="0" anchor="b"/>
          <a:lstStyle>
            <a:lvl1pPr algn="r">
              <a:defRPr sz="1200"/>
            </a:lvl1pPr>
          </a:lstStyle>
          <a:p>
            <a:fld id="{F3042E1E-2577-4A58-A2AB-103B9F3FE6E7}" type="slidenum">
              <a:rPr lang="en-US" smtClean="0"/>
              <a:t>‹#›</a:t>
            </a:fld>
            <a:endParaRPr lang="en-US"/>
          </a:p>
        </p:txBody>
      </p:sp>
    </p:spTree>
    <p:extLst>
      <p:ext uri="{BB962C8B-B14F-4D97-AF65-F5344CB8AC3E}">
        <p14:creationId xmlns:p14="http://schemas.microsoft.com/office/powerpoint/2010/main" val="9346272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9099" cy="498932"/>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4939" y="0"/>
            <a:ext cx="2949099" cy="498932"/>
          </a:xfrm>
          <a:prstGeom prst="rect">
            <a:avLst/>
          </a:prstGeom>
        </p:spPr>
        <p:txBody>
          <a:bodyPr vert="horz" lIns="91440" tIns="45720" rIns="91440" bIns="45720" rtlCol="0"/>
          <a:lstStyle>
            <a:lvl1pPr algn="r">
              <a:defRPr sz="1200"/>
            </a:lvl1pPr>
          </a:lstStyle>
          <a:p>
            <a:fld id="{CFFAD9AA-868F-4725-A0E1-1CBFF0E01156}" type="datetimeFigureOut">
              <a:rPr lang="fr-FR" smtClean="0"/>
              <a:t>12/12/2025</a:t>
            </a:fld>
            <a:endParaRPr lang="fr-FR"/>
          </a:p>
        </p:txBody>
      </p:sp>
      <p:sp>
        <p:nvSpPr>
          <p:cNvPr id="4" name="Espace réservé de l'image des diapositives 3"/>
          <p:cNvSpPr>
            <a:spLocks noGrp="1" noRot="1" noChangeAspect="1"/>
          </p:cNvSpPr>
          <p:nvPr>
            <p:ph type="sldImg" idx="2"/>
          </p:nvPr>
        </p:nvSpPr>
        <p:spPr>
          <a:xfrm>
            <a:off x="420688" y="1243013"/>
            <a:ext cx="5964237" cy="33559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0562" y="4785598"/>
            <a:ext cx="5444490" cy="3915489"/>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5170"/>
            <a:ext cx="2949099" cy="498931"/>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4939" y="9445170"/>
            <a:ext cx="2949099" cy="498931"/>
          </a:xfrm>
          <a:prstGeom prst="rect">
            <a:avLst/>
          </a:prstGeom>
        </p:spPr>
        <p:txBody>
          <a:bodyPr vert="horz" lIns="91440" tIns="45720" rIns="91440" bIns="45720" rtlCol="0" anchor="b"/>
          <a:lstStyle>
            <a:lvl1pPr algn="r">
              <a:defRPr sz="1200"/>
            </a:lvl1pPr>
          </a:lstStyle>
          <a:p>
            <a:fld id="{EC7F60E9-5F0A-4089-8A2F-A53F7C062421}" type="slidenum">
              <a:rPr lang="fr-FR" smtClean="0"/>
              <a:t>‹#›</a:t>
            </a:fld>
            <a:endParaRPr lang="fr-FR"/>
          </a:p>
        </p:txBody>
      </p:sp>
    </p:spTree>
    <p:extLst>
      <p:ext uri="{BB962C8B-B14F-4D97-AF65-F5344CB8AC3E}">
        <p14:creationId xmlns:p14="http://schemas.microsoft.com/office/powerpoint/2010/main" val="39149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6.emf"/><Relationship Id="rId4" Type="http://schemas.openxmlformats.org/officeDocument/2006/relationships/oleObject" Target="../embeddings/oleObject1.bin"/></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15" name="Shape 1016"/>
          <p:cNvSpPr>
            <a:spLocks noChangeArrowheads="1"/>
          </p:cNvSpPr>
          <p:nvPr userDrawn="1"/>
        </p:nvSpPr>
        <p:spPr bwMode="auto">
          <a:xfrm>
            <a:off x="0" y="2387923"/>
            <a:ext cx="12192000" cy="2160000"/>
          </a:xfrm>
          <a:prstGeom prst="rect">
            <a:avLst/>
          </a:prstGeom>
          <a:solidFill>
            <a:srgbClr val="7E93A7"/>
          </a:solidFill>
          <a:ln>
            <a:noFill/>
          </a:ln>
        </p:spPr>
        <p:txBody>
          <a:bodyPr lIns="19050" tIns="19050" rIns="19050" bIns="19050" anchor="ctr"/>
          <a:lstStyle/>
          <a:p>
            <a:pPr algn="ctr" defTabSz="309555" fontAlgn="base" hangingPunct="0">
              <a:spcBef>
                <a:spcPct val="0"/>
              </a:spcBef>
              <a:spcAft>
                <a:spcPct val="0"/>
              </a:spcAft>
            </a:pPr>
            <a:endParaRPr lang="fr-FR" sz="120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pic>
        <p:nvPicPr>
          <p:cNvPr id="20" name="Imag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6179" y="5425395"/>
            <a:ext cx="1570263" cy="389792"/>
          </a:xfrm>
          <a:prstGeom prst="rect">
            <a:avLst/>
          </a:prstGeom>
        </p:spPr>
      </p:pic>
      <p:grpSp>
        <p:nvGrpSpPr>
          <p:cNvPr id="21" name="Group 43"/>
          <p:cNvGrpSpPr>
            <a:grpSpLocks/>
          </p:cNvGrpSpPr>
          <p:nvPr userDrawn="1"/>
        </p:nvGrpSpPr>
        <p:grpSpPr bwMode="auto">
          <a:xfrm>
            <a:off x="702206" y="1"/>
            <a:ext cx="1358900" cy="2672785"/>
            <a:chOff x="0" y="-6365962"/>
            <a:chExt cx="2716469" cy="7127962"/>
          </a:xfrm>
        </p:grpSpPr>
        <p:sp>
          <p:nvSpPr>
            <p:cNvPr id="22" name="Shape 38"/>
            <p:cNvSpPr>
              <a:spLocks noChangeArrowheads="1"/>
            </p:cNvSpPr>
            <p:nvPr/>
          </p:nvSpPr>
          <p:spPr bwMode="auto">
            <a:xfrm>
              <a:off x="0" y="-6365962"/>
              <a:ext cx="461984" cy="7127962"/>
            </a:xfrm>
            <a:prstGeom prst="rect">
              <a:avLst/>
            </a:prstGeom>
            <a:solidFill>
              <a:schemeClr val="accent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3" name="Shape 39"/>
            <p:cNvSpPr>
              <a:spLocks noChangeArrowheads="1"/>
            </p:cNvSpPr>
            <p:nvPr/>
          </p:nvSpPr>
          <p:spPr bwMode="auto">
            <a:xfrm>
              <a:off x="563621" y="0"/>
              <a:ext cx="461985" cy="762000"/>
            </a:xfrm>
            <a:prstGeom prst="rect">
              <a:avLst/>
            </a:prstGeom>
            <a:solidFill>
              <a:schemeClr val="accent5"/>
            </a:solidFill>
            <a:ln w="12700">
              <a:noFill/>
              <a:miter lim="400000"/>
              <a:headEnd/>
              <a:tailEnd/>
            </a:ln>
          </p:spPr>
          <p:txBody>
            <a:bodyPr lIns="19050" tIns="19050" rIns="19050" bIns="19050" anchor="ctr"/>
            <a:lstStyle/>
            <a:p>
              <a:pPr algn="ctr" defTabSz="309555" fontAlgn="base" hangingPunct="0">
                <a:spcBef>
                  <a:spcPct val="0"/>
                </a:spcBef>
                <a:spcAft>
                  <a:spcPct val="0"/>
                </a:spcAft>
              </a:pPr>
              <a:endParaRPr lang="fr-FR" sz="1200">
                <a:solidFill>
                  <a:srgbClr val="E84E0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4" name="Shape 40"/>
            <p:cNvSpPr/>
            <p:nvPr/>
          </p:nvSpPr>
          <p:spPr>
            <a:xfrm>
              <a:off x="1126573" y="-57"/>
              <a:ext cx="463323" cy="762057"/>
            </a:xfrm>
            <a:prstGeom prst="rect">
              <a:avLst/>
            </a:prstGeom>
            <a:solidFill>
              <a:schemeClr val="bg1"/>
            </a:solidFill>
            <a:ln w="12700"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5" name="Shape 41"/>
            <p:cNvSpPr/>
            <p:nvPr/>
          </p:nvSpPr>
          <p:spPr>
            <a:xfrm>
              <a:off x="1691446" y="-57"/>
              <a:ext cx="461737" cy="762057"/>
            </a:xfrm>
            <a:prstGeom prst="rect">
              <a:avLst/>
            </a:prstGeom>
            <a:solidFill>
              <a:schemeClr val="accent6"/>
            </a:solidFill>
            <a:ln w="12700"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6" name="Shape 42"/>
            <p:cNvSpPr/>
            <p:nvPr/>
          </p:nvSpPr>
          <p:spPr>
            <a:xfrm>
              <a:off x="2254733" y="-57"/>
              <a:ext cx="461736" cy="762057"/>
            </a:xfrm>
            <a:prstGeom prst="rect">
              <a:avLst/>
            </a:prstGeom>
            <a:solidFill>
              <a:schemeClr val="accent3"/>
            </a:solidFill>
            <a:ln w="12700"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grpSp>
      <p:sp>
        <p:nvSpPr>
          <p:cNvPr id="28" name="Espace réservé du texte 10"/>
          <p:cNvSpPr>
            <a:spLocks noGrp="1"/>
          </p:cNvSpPr>
          <p:nvPr>
            <p:ph type="body" sz="quarter" idx="10"/>
          </p:nvPr>
        </p:nvSpPr>
        <p:spPr>
          <a:xfrm>
            <a:off x="2189297" y="5587286"/>
            <a:ext cx="3959012" cy="304669"/>
          </a:xfrm>
          <a:prstGeom prst="rect">
            <a:avLst/>
          </a:prstGeom>
        </p:spPr>
        <p:txBody>
          <a:bodyPr>
            <a:noAutofit/>
          </a:bodyPr>
          <a:lstStyle>
            <a:lvl1pPr marL="0" indent="0">
              <a:buFont typeface="Arial" panose="020B0604020202020204" pitchFamily="34" charset="0"/>
              <a:buNone/>
              <a:defRPr lang="fr-FR" sz="1400" b="1" kern="1200" spc="0" dirty="0">
                <a:solidFill>
                  <a:schemeClr val="tx2"/>
                </a:solidFill>
                <a:latin typeface="Lato" panose="020F0502020204030203" pitchFamily="34" charset="0"/>
                <a:ea typeface="Lato" panose="020F0502020204030203" pitchFamily="34" charset="0"/>
                <a:cs typeface="Lato" panose="020F0502020204030203" pitchFamily="34" charset="0"/>
                <a:sym typeface="Lato Light"/>
              </a:defRPr>
            </a:lvl1pPr>
          </a:lstStyle>
          <a:p>
            <a:pPr lvl="0"/>
            <a:r>
              <a:rPr lang="fr-FR"/>
              <a:t>Modifiez les styles du texte du masque</a:t>
            </a:r>
          </a:p>
        </p:txBody>
      </p:sp>
      <p:sp>
        <p:nvSpPr>
          <p:cNvPr id="13" name="Titre 1"/>
          <p:cNvSpPr>
            <a:spLocks noGrp="1"/>
          </p:cNvSpPr>
          <p:nvPr>
            <p:ph type="title"/>
          </p:nvPr>
        </p:nvSpPr>
        <p:spPr>
          <a:xfrm>
            <a:off x="2189295" y="2688259"/>
            <a:ext cx="9694139" cy="1590126"/>
          </a:xfrm>
          <a:prstGeom prst="rect">
            <a:avLst/>
          </a:prstGeom>
        </p:spPr>
        <p:txBody>
          <a:bodyPr anchor="ctr" anchorCtr="0"/>
          <a:lstStyle>
            <a:lvl1pPr>
              <a:defRPr sz="2800" b="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Tree>
    <p:extLst>
      <p:ext uri="{BB962C8B-B14F-4D97-AF65-F5344CB8AC3E}">
        <p14:creationId xmlns:p14="http://schemas.microsoft.com/office/powerpoint/2010/main" val="3219663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14" name="Shape 1016"/>
          <p:cNvSpPr>
            <a:spLocks noChangeArrowheads="1"/>
          </p:cNvSpPr>
          <p:nvPr userDrawn="1"/>
        </p:nvSpPr>
        <p:spPr bwMode="auto">
          <a:xfrm>
            <a:off x="0" y="2392769"/>
            <a:ext cx="1823499" cy="2155154"/>
          </a:xfrm>
          <a:prstGeom prst="rect">
            <a:avLst/>
          </a:prstGeom>
          <a:solidFill>
            <a:srgbClr val="7E93A7"/>
          </a:solidFill>
          <a:ln>
            <a:noFill/>
          </a:ln>
        </p:spPr>
        <p:txBody>
          <a:bodyPr lIns="19050" tIns="19050" rIns="19050" bIns="19050" anchor="ctr"/>
          <a:lstStyle/>
          <a:p>
            <a:pPr algn="ctr" defTabSz="309555" fontAlgn="base" hangingPunct="0">
              <a:spcBef>
                <a:spcPct val="0"/>
              </a:spcBef>
              <a:spcAft>
                <a:spcPct val="0"/>
              </a:spcAft>
            </a:pPr>
            <a:endParaRPr lang="fr-FR" sz="120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5" name="Shape 77"/>
          <p:cNvSpPr>
            <a:spLocks noChangeShapeType="1"/>
          </p:cNvSpPr>
          <p:nvPr userDrawn="1"/>
        </p:nvSpPr>
        <p:spPr bwMode="auto">
          <a:xfrm flipV="1">
            <a:off x="2075376" y="1556504"/>
            <a:ext cx="0" cy="5211239"/>
          </a:xfrm>
          <a:prstGeom prst="line">
            <a:avLst/>
          </a:prstGeom>
          <a:noFill/>
          <a:ln w="6350">
            <a:solidFill>
              <a:srgbClr val="85888D"/>
            </a:solidFill>
            <a:miter lim="400000"/>
            <a:headEnd/>
            <a:tailEnd/>
          </a:ln>
          <a:extLst>
            <a:ext uri="{909E8E84-426E-40DD-AFC4-6F175D3DCCD1}">
              <a14:hiddenFill xmlns:a14="http://schemas.microsoft.com/office/drawing/2010/main">
                <a:noFill/>
              </a14:hiddenFill>
            </a:ext>
          </a:extLst>
        </p:spPr>
        <p:txBody>
          <a:bodyPr lIns="19050" tIns="19050" rIns="19050" bIns="19050" anchor="ctr"/>
          <a:lstStyle/>
          <a:p>
            <a:pPr defTabSz="309555" eaLnBrk="0" fontAlgn="base" hangingPunct="0">
              <a:spcBef>
                <a:spcPct val="0"/>
              </a:spcBef>
              <a:spcAft>
                <a:spcPct val="0"/>
              </a:spcAft>
            </a:pPr>
            <a:endParaRPr lang="fr-FR" sz="1913">
              <a:solidFill>
                <a:srgbClr val="000000"/>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33" name="Espace réservé du contenu 2"/>
          <p:cNvSpPr>
            <a:spLocks noGrp="1"/>
          </p:cNvSpPr>
          <p:nvPr>
            <p:ph idx="1" hasCustomPrompt="1"/>
          </p:nvPr>
        </p:nvSpPr>
        <p:spPr>
          <a:xfrm>
            <a:off x="5521494" y="1567816"/>
            <a:ext cx="6280981" cy="4683759"/>
          </a:xfrm>
          <a:prstGeom prst="rect">
            <a:avLst/>
          </a:prstGeom>
        </p:spPr>
        <p:txBody>
          <a:bodyPr lIns="0"/>
          <a:lstStyle>
            <a:lvl1pPr marL="266700" indent="-266700">
              <a:lnSpc>
                <a:spcPct val="100000"/>
              </a:lnSpc>
              <a:spcBef>
                <a:spcPts val="1100"/>
              </a:spcBef>
              <a:buSzPct val="85000"/>
              <a:buFont typeface="Wingdings" panose="05000000000000000000" pitchFamily="2" charset="2"/>
              <a:buChar char=""/>
              <a:defRPr sz="1800">
                <a:latin typeface="Lato" panose="020F0502020204030203" pitchFamily="34" charset="0"/>
                <a:ea typeface="Lato" panose="020F0502020204030203" pitchFamily="34" charset="0"/>
                <a:cs typeface="Lato" panose="020F0502020204030203" pitchFamily="34" charset="0"/>
              </a:defRPr>
            </a:lvl1pPr>
            <a:lvl2pPr marL="266700" indent="0">
              <a:lnSpc>
                <a:spcPts val="600"/>
              </a:lnSpc>
              <a:spcBef>
                <a:spcPts val="1200"/>
              </a:spcBef>
              <a:buSzPct val="60000"/>
              <a:buNone/>
              <a:tabLst/>
              <a:defRPr sz="1400">
                <a:latin typeface="Lato" panose="020F0502020204030203" pitchFamily="34" charset="0"/>
                <a:ea typeface="Lato" panose="020F0502020204030203" pitchFamily="34" charset="0"/>
                <a:cs typeface="Lato" panose="020F0502020204030203" pitchFamily="34" charset="0"/>
              </a:defRPr>
            </a:lvl2pPr>
            <a:lvl3pPr marL="358775" indent="0">
              <a:buNone/>
              <a:tabLst/>
              <a:defRPr>
                <a:latin typeface="Lato Regular" panose="020F0502020204030203" pitchFamily="34" charset="0"/>
              </a:defRPr>
            </a:lvl3pPr>
            <a:lvl4pPr marL="541338" indent="0">
              <a:buNone/>
              <a:tabLst/>
              <a:defRPr>
                <a:latin typeface="Lato Regular" panose="020F0502020204030203" pitchFamily="34" charset="0"/>
              </a:defRPr>
            </a:lvl4pPr>
          </a:lstStyle>
          <a:p>
            <a:pPr lvl="0"/>
            <a:r>
              <a:rPr lang="fr-FR"/>
              <a:t>Click to </a:t>
            </a:r>
            <a:r>
              <a:rPr lang="fr-FR" err="1"/>
              <a:t>add</a:t>
            </a:r>
            <a:r>
              <a:rPr lang="fr-FR"/>
              <a:t> </a:t>
            </a:r>
            <a:r>
              <a:rPr lang="fr-FR" err="1"/>
              <a:t>text</a:t>
            </a:r>
            <a:endParaRPr lang="fr-FR"/>
          </a:p>
          <a:p>
            <a:pPr lvl="1"/>
            <a:r>
              <a:rPr lang="fr-FR"/>
              <a:t>Second </a:t>
            </a:r>
            <a:r>
              <a:rPr lang="fr-FR" err="1"/>
              <a:t>level</a:t>
            </a:r>
            <a:endParaRPr lang="fr-FR"/>
          </a:p>
        </p:txBody>
      </p:sp>
      <p:sp>
        <p:nvSpPr>
          <p:cNvPr id="34" name="Titre 1"/>
          <p:cNvSpPr>
            <a:spLocks noGrp="1"/>
          </p:cNvSpPr>
          <p:nvPr>
            <p:ph type="title"/>
          </p:nvPr>
        </p:nvSpPr>
        <p:spPr>
          <a:xfrm>
            <a:off x="287868" y="342373"/>
            <a:ext cx="10451253" cy="764975"/>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
        <p:nvSpPr>
          <p:cNvPr id="36"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37"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38"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3" name="Shape 443"/>
          <p:cNvSpPr/>
          <p:nvPr userDrawn="1"/>
        </p:nvSpPr>
        <p:spPr>
          <a:xfrm rot="5400000" flipV="1">
            <a:off x="-818249" y="3515615"/>
            <a:ext cx="3403791" cy="91024"/>
          </a:xfrm>
          <a:prstGeom prst="rect">
            <a:avLst/>
          </a:prstGeom>
          <a:solidFill>
            <a:schemeClr val="accent1"/>
          </a:solidFill>
          <a:ln w="25400">
            <a:noFill/>
            <a:miter lim="400000"/>
          </a:ln>
        </p:spPr>
        <p:txBody>
          <a:bodyPr lIns="19050" tIns="19050" rIns="19050" bIns="19050" anchor="ctr"/>
          <a:lstStyle/>
          <a:p>
            <a:pPr>
              <a:defRPr sz="3200">
                <a:solidFill>
                  <a:srgbClr val="FFFFFF"/>
                </a:solidFill>
              </a:defRPr>
            </a:pPr>
            <a:endParaRPr sz="12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474811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18" name="Shape 1016"/>
          <p:cNvSpPr>
            <a:spLocks noChangeArrowheads="1"/>
          </p:cNvSpPr>
          <p:nvPr userDrawn="1"/>
        </p:nvSpPr>
        <p:spPr bwMode="auto">
          <a:xfrm>
            <a:off x="-1" y="2392769"/>
            <a:ext cx="4608001" cy="2155154"/>
          </a:xfrm>
          <a:prstGeom prst="rect">
            <a:avLst/>
          </a:prstGeom>
          <a:solidFill>
            <a:srgbClr val="7E93A7"/>
          </a:solidFill>
          <a:ln>
            <a:noFill/>
          </a:ln>
        </p:spPr>
        <p:txBody>
          <a:bodyPr lIns="19050" tIns="19050" rIns="19050" bIns="19050" anchor="ctr"/>
          <a:lstStyle/>
          <a:p>
            <a:pPr algn="ctr" defTabSz="309555" fontAlgn="base" hangingPunct="0">
              <a:spcBef>
                <a:spcPct val="0"/>
              </a:spcBef>
              <a:spcAft>
                <a:spcPct val="0"/>
              </a:spcAft>
            </a:pPr>
            <a:endParaRPr lang="fr-FR" sz="120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4" name="Espace réservé du contenu 2"/>
          <p:cNvSpPr>
            <a:spLocks noGrp="1"/>
          </p:cNvSpPr>
          <p:nvPr>
            <p:ph idx="1" hasCustomPrompt="1"/>
          </p:nvPr>
        </p:nvSpPr>
        <p:spPr>
          <a:xfrm>
            <a:off x="5316569" y="1463040"/>
            <a:ext cx="6236240" cy="4683759"/>
          </a:xfrm>
          <a:prstGeom prst="rect">
            <a:avLst/>
          </a:prstGeom>
        </p:spPr>
        <p:txBody>
          <a:bodyPr lIns="0"/>
          <a:lstStyle>
            <a:lvl1pPr marL="266700" indent="-266700">
              <a:lnSpc>
                <a:spcPct val="100000"/>
              </a:lnSpc>
              <a:spcBef>
                <a:spcPts val="1100"/>
              </a:spcBef>
              <a:buSzPct val="100000"/>
              <a:buFont typeface="+mj-lt"/>
              <a:buAutoNum type="arabicPeriod"/>
              <a:defRPr sz="1800" baseline="0">
                <a:latin typeface="Lato" panose="020F0502020204030203" pitchFamily="34" charset="0"/>
                <a:ea typeface="Lato" panose="020F0502020204030203" pitchFamily="34" charset="0"/>
                <a:cs typeface="Lato" panose="020F0502020204030203" pitchFamily="34" charset="0"/>
              </a:defRPr>
            </a:lvl1pPr>
            <a:lvl2pPr marL="266700" indent="0">
              <a:lnSpc>
                <a:spcPts val="600"/>
              </a:lnSpc>
              <a:spcBef>
                <a:spcPts val="1200"/>
              </a:spcBef>
              <a:buSzPct val="60000"/>
              <a:buNone/>
              <a:tabLst/>
              <a:defRPr sz="1400">
                <a:latin typeface="Lato" panose="020F0502020204030203" pitchFamily="34" charset="0"/>
                <a:ea typeface="Lato" panose="020F0502020204030203" pitchFamily="34" charset="0"/>
                <a:cs typeface="Lato" panose="020F0502020204030203" pitchFamily="34" charset="0"/>
              </a:defRPr>
            </a:lvl2pPr>
            <a:lvl3pPr marL="358775" indent="0">
              <a:buNone/>
              <a:tabLst/>
              <a:defRPr>
                <a:latin typeface="Lato Regular" panose="020F0502020204030203" pitchFamily="34" charset="0"/>
              </a:defRPr>
            </a:lvl3pPr>
            <a:lvl4pPr marL="541338" indent="0">
              <a:buNone/>
              <a:tabLst/>
              <a:defRPr>
                <a:latin typeface="Lato Regular" panose="020F0502020204030203" pitchFamily="34" charset="0"/>
              </a:defRPr>
            </a:lvl4pPr>
          </a:lstStyle>
          <a:p>
            <a:pPr lvl="0"/>
            <a:r>
              <a:rPr lang="fr-FR"/>
              <a:t>Click to </a:t>
            </a:r>
            <a:r>
              <a:rPr lang="fr-FR" err="1"/>
              <a:t>add</a:t>
            </a:r>
            <a:r>
              <a:rPr lang="fr-FR"/>
              <a:t> </a:t>
            </a:r>
            <a:r>
              <a:rPr lang="fr-FR" err="1"/>
              <a:t>text</a:t>
            </a:r>
            <a:endParaRPr lang="fr-FR"/>
          </a:p>
          <a:p>
            <a:pPr lvl="1"/>
            <a:r>
              <a:rPr lang="fr-FR"/>
              <a:t>Second </a:t>
            </a:r>
            <a:r>
              <a:rPr lang="fr-FR" err="1"/>
              <a:t>level</a:t>
            </a:r>
            <a:endParaRPr lang="fr-FR"/>
          </a:p>
        </p:txBody>
      </p:sp>
      <p:sp>
        <p:nvSpPr>
          <p:cNvPr id="13" name="Titre 1"/>
          <p:cNvSpPr>
            <a:spLocks noGrp="1"/>
          </p:cNvSpPr>
          <p:nvPr>
            <p:ph type="title"/>
          </p:nvPr>
        </p:nvSpPr>
        <p:spPr>
          <a:xfrm>
            <a:off x="287868" y="342373"/>
            <a:ext cx="10451253" cy="764975"/>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
        <p:nvSpPr>
          <p:cNvPr id="14"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5"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6"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1" name="Shape 443"/>
          <p:cNvSpPr/>
          <p:nvPr userDrawn="1"/>
        </p:nvSpPr>
        <p:spPr>
          <a:xfrm rot="5400000" flipV="1">
            <a:off x="597007" y="3429890"/>
            <a:ext cx="3403791" cy="91024"/>
          </a:xfrm>
          <a:prstGeom prst="rect">
            <a:avLst/>
          </a:prstGeom>
          <a:solidFill>
            <a:schemeClr val="accent1"/>
          </a:solidFill>
          <a:ln w="25400">
            <a:noFill/>
            <a:miter lim="400000"/>
          </a:ln>
        </p:spPr>
        <p:txBody>
          <a:bodyPr lIns="19050" tIns="19050" rIns="19050" bIns="19050" anchor="ctr"/>
          <a:lstStyle/>
          <a:p>
            <a:pPr>
              <a:defRPr sz="3200">
                <a:solidFill>
                  <a:srgbClr val="FFFFFF"/>
                </a:solidFill>
              </a:defRPr>
            </a:pPr>
            <a:endParaRPr sz="1200">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651226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Disposition personnalisée">
    <p:spTree>
      <p:nvGrpSpPr>
        <p:cNvPr id="1" name=""/>
        <p:cNvGrpSpPr/>
        <p:nvPr/>
      </p:nvGrpSpPr>
      <p:grpSpPr>
        <a:xfrm>
          <a:off x="0" y="0"/>
          <a:ext cx="0" cy="0"/>
          <a:chOff x="0" y="0"/>
          <a:chExt cx="0" cy="0"/>
        </a:xfrm>
      </p:grpSpPr>
      <p:sp>
        <p:nvSpPr>
          <p:cNvPr id="14" name="Shape 1016"/>
          <p:cNvSpPr>
            <a:spLocks noChangeArrowheads="1"/>
          </p:cNvSpPr>
          <p:nvPr userDrawn="1"/>
        </p:nvSpPr>
        <p:spPr bwMode="auto">
          <a:xfrm>
            <a:off x="0" y="2405294"/>
            <a:ext cx="12192000" cy="2042624"/>
          </a:xfrm>
          <a:prstGeom prst="rect">
            <a:avLst/>
          </a:prstGeom>
          <a:solidFill>
            <a:srgbClr val="7E93A7"/>
          </a:solidFill>
          <a:ln>
            <a:noFill/>
          </a:ln>
        </p:spPr>
        <p:txBody>
          <a:bodyPr lIns="19050" tIns="19050" rIns="19050" bIns="19050" anchor="ctr"/>
          <a:lstStyle/>
          <a:p>
            <a:pPr algn="ctr" defTabSz="309555" fontAlgn="base" hangingPunct="0">
              <a:spcBef>
                <a:spcPct val="0"/>
              </a:spcBef>
              <a:spcAft>
                <a:spcPct val="0"/>
              </a:spcAft>
            </a:pPr>
            <a:endParaRPr lang="fr-FR" sz="120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grpSp>
        <p:nvGrpSpPr>
          <p:cNvPr id="19" name="Group 43"/>
          <p:cNvGrpSpPr>
            <a:grpSpLocks/>
          </p:cNvGrpSpPr>
          <p:nvPr userDrawn="1"/>
        </p:nvGrpSpPr>
        <p:grpSpPr bwMode="auto">
          <a:xfrm>
            <a:off x="10833101" y="4159701"/>
            <a:ext cx="1358900" cy="2698299"/>
            <a:chOff x="0" y="-6640"/>
            <a:chExt cx="2716469" cy="7196005"/>
          </a:xfrm>
        </p:grpSpPr>
        <p:sp>
          <p:nvSpPr>
            <p:cNvPr id="20" name="Shape 38"/>
            <p:cNvSpPr>
              <a:spLocks noChangeArrowheads="1"/>
            </p:cNvSpPr>
            <p:nvPr/>
          </p:nvSpPr>
          <p:spPr bwMode="auto">
            <a:xfrm>
              <a:off x="0" y="-6640"/>
              <a:ext cx="461984" cy="7196005"/>
            </a:xfrm>
            <a:prstGeom prst="rect">
              <a:avLst/>
            </a:prstGeom>
            <a:solidFill>
              <a:schemeClr val="accent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1" name="Shape 39"/>
            <p:cNvSpPr>
              <a:spLocks noChangeArrowheads="1"/>
            </p:cNvSpPr>
            <p:nvPr/>
          </p:nvSpPr>
          <p:spPr bwMode="auto">
            <a:xfrm>
              <a:off x="563621" y="0"/>
              <a:ext cx="461985" cy="762000"/>
            </a:xfrm>
            <a:prstGeom prst="rect">
              <a:avLst/>
            </a:prstGeom>
            <a:solidFill>
              <a:schemeClr val="accent5"/>
            </a:solidFill>
            <a:ln w="12700">
              <a:noFill/>
              <a:miter lim="400000"/>
              <a:headEnd/>
              <a:tailEnd/>
            </a:ln>
          </p:spPr>
          <p:txBody>
            <a:bodyPr lIns="19050" tIns="19050" rIns="19050" bIns="19050" anchor="ctr"/>
            <a:lstStyle/>
            <a:p>
              <a:pPr algn="ctr" defTabSz="309555" fontAlgn="base" hangingPunct="0">
                <a:spcBef>
                  <a:spcPct val="0"/>
                </a:spcBef>
                <a:spcAft>
                  <a:spcPct val="0"/>
                </a:spcAft>
              </a:pPr>
              <a:endParaRPr lang="fr-FR" sz="1200">
                <a:solidFill>
                  <a:srgbClr val="E84E0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2" name="Shape 40"/>
            <p:cNvSpPr/>
            <p:nvPr/>
          </p:nvSpPr>
          <p:spPr>
            <a:xfrm>
              <a:off x="1126573" y="-57"/>
              <a:ext cx="463323" cy="762057"/>
            </a:xfrm>
            <a:prstGeom prst="rect">
              <a:avLst/>
            </a:prstGeom>
            <a:solidFill>
              <a:schemeClr val="bg1"/>
            </a:solidFill>
            <a:ln w="12700"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3" name="Shape 41"/>
            <p:cNvSpPr/>
            <p:nvPr/>
          </p:nvSpPr>
          <p:spPr>
            <a:xfrm>
              <a:off x="1691446" y="-57"/>
              <a:ext cx="461737" cy="762057"/>
            </a:xfrm>
            <a:prstGeom prst="rect">
              <a:avLst/>
            </a:prstGeom>
            <a:solidFill>
              <a:srgbClr val="88ADC1"/>
            </a:solidFill>
            <a:ln w="12700"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4" name="Shape 42"/>
            <p:cNvSpPr/>
            <p:nvPr/>
          </p:nvSpPr>
          <p:spPr>
            <a:xfrm>
              <a:off x="2254733" y="-57"/>
              <a:ext cx="461736" cy="762057"/>
            </a:xfrm>
            <a:prstGeom prst="rect">
              <a:avLst/>
            </a:prstGeom>
            <a:solidFill>
              <a:schemeClr val="accent3"/>
            </a:solidFill>
            <a:ln w="12700"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grpSp>
      <p:sp>
        <p:nvSpPr>
          <p:cNvPr id="26" name="Shape 41"/>
          <p:cNvSpPr/>
          <p:nvPr userDrawn="1"/>
        </p:nvSpPr>
        <p:spPr bwMode="auto">
          <a:xfrm>
            <a:off x="0" y="2405295"/>
            <a:ext cx="230981" cy="690855"/>
          </a:xfrm>
          <a:prstGeom prst="rect">
            <a:avLst/>
          </a:prstGeom>
          <a:solidFill>
            <a:schemeClr val="accent1"/>
          </a:solidFill>
          <a:ln w="12700"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8" name="Espace réservé du texte 10"/>
          <p:cNvSpPr>
            <a:spLocks noGrp="1"/>
          </p:cNvSpPr>
          <p:nvPr>
            <p:ph type="body" sz="quarter" idx="10"/>
          </p:nvPr>
        </p:nvSpPr>
        <p:spPr>
          <a:xfrm>
            <a:off x="1281431" y="3138031"/>
            <a:ext cx="9667221" cy="304669"/>
          </a:xfrm>
          <a:prstGeom prst="rect">
            <a:avLst/>
          </a:prstGeom>
        </p:spPr>
        <p:txBody>
          <a:bodyPr>
            <a:noAutofit/>
          </a:bodyPr>
          <a:lstStyle>
            <a:lvl1pPr marL="0" indent="0">
              <a:spcBef>
                <a:spcPts val="0"/>
              </a:spcBef>
              <a:buFont typeface="Arial" panose="020B0604020202020204" pitchFamily="34" charset="0"/>
              <a:buNone/>
              <a:defRPr lang="fr-FR" sz="1500" b="0" kern="1200" spc="0" dirty="0">
                <a:solidFill>
                  <a:schemeClr val="bg1"/>
                </a:solidFill>
                <a:latin typeface="Lato" panose="020F0502020204030203" pitchFamily="34" charset="0"/>
                <a:ea typeface="Lato" panose="020F0502020204030203" pitchFamily="34" charset="0"/>
                <a:cs typeface="Lato" panose="020F0502020204030203" pitchFamily="34" charset="0"/>
                <a:sym typeface="Lato Light"/>
              </a:defRPr>
            </a:lvl1pPr>
          </a:lstStyle>
          <a:p>
            <a:pPr lvl="0"/>
            <a:r>
              <a:rPr lang="fr-FR"/>
              <a:t>Modifiez les styles du texte du masque</a:t>
            </a:r>
          </a:p>
        </p:txBody>
      </p:sp>
      <p:sp>
        <p:nvSpPr>
          <p:cNvPr id="29" name="Titre 1"/>
          <p:cNvSpPr>
            <a:spLocks noGrp="1"/>
          </p:cNvSpPr>
          <p:nvPr>
            <p:ph type="title"/>
          </p:nvPr>
        </p:nvSpPr>
        <p:spPr>
          <a:xfrm>
            <a:off x="1278141" y="2649934"/>
            <a:ext cx="9694139" cy="671828"/>
          </a:xfrm>
          <a:prstGeom prst="rect">
            <a:avLst/>
          </a:prstGeom>
        </p:spPr>
        <p:txBody>
          <a:bodyPr/>
          <a:lstStyle>
            <a:lvl1pPr>
              <a:defRPr sz="3400" b="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Tree>
    <p:extLst>
      <p:ext uri="{BB962C8B-B14F-4D97-AF65-F5344CB8AC3E}">
        <p14:creationId xmlns:p14="http://schemas.microsoft.com/office/powerpoint/2010/main" val="806587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1 colonne">
    <p:spTree>
      <p:nvGrpSpPr>
        <p:cNvPr id="1" name=""/>
        <p:cNvGrpSpPr/>
        <p:nvPr/>
      </p:nvGrpSpPr>
      <p:grpSpPr>
        <a:xfrm>
          <a:off x="0" y="0"/>
          <a:ext cx="0" cy="0"/>
          <a:chOff x="0" y="0"/>
          <a:chExt cx="0" cy="0"/>
        </a:xfrm>
      </p:grpSpPr>
      <p:sp>
        <p:nvSpPr>
          <p:cNvPr id="2"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
        <p:nvSpPr>
          <p:cNvPr id="3" name="Espace réservé du contenu 2"/>
          <p:cNvSpPr>
            <a:spLocks noGrp="1"/>
          </p:cNvSpPr>
          <p:nvPr>
            <p:ph idx="1"/>
          </p:nvPr>
        </p:nvSpPr>
        <p:spPr>
          <a:xfrm>
            <a:off x="429684" y="1797051"/>
            <a:ext cx="11432221" cy="4349748"/>
          </a:xfrm>
          <a:prstGeom prst="rect">
            <a:avLst/>
          </a:prstGeom>
        </p:spPr>
        <p:txBody>
          <a:bodyPr lIns="0"/>
          <a:lstStyle>
            <a:lvl1pPr>
              <a:defRPr sz="1800">
                <a:latin typeface="Lato" panose="020F0502020204030203" pitchFamily="34" charset="0"/>
                <a:ea typeface="Lato" panose="020F0502020204030203" pitchFamily="34" charset="0"/>
                <a:cs typeface="Lato" panose="020F0502020204030203" pitchFamily="34" charset="0"/>
              </a:defRPr>
            </a:lvl1pPr>
            <a:lvl2pPr marL="358775" indent="-176213">
              <a:buSzPct val="60000"/>
              <a:tabLst/>
              <a:defRPr sz="1600">
                <a:latin typeface="Lato" panose="020F0502020204030203" pitchFamily="34" charset="0"/>
                <a:ea typeface="Lato" panose="020F0502020204030203" pitchFamily="34" charset="0"/>
                <a:cs typeface="Lato" panose="020F0502020204030203" pitchFamily="34" charset="0"/>
              </a:defRPr>
            </a:lvl2pPr>
            <a:lvl3pPr marL="538163" indent="-179388">
              <a:tabLst/>
              <a:defRPr sz="1400">
                <a:latin typeface="Lato" panose="020F0502020204030203" pitchFamily="34" charset="0"/>
                <a:ea typeface="Lato" panose="020F0502020204030203" pitchFamily="34" charset="0"/>
                <a:cs typeface="Lato" panose="020F0502020204030203" pitchFamily="34" charset="0"/>
              </a:defRPr>
            </a:lvl3pPr>
            <a:lvl4pPr marL="715963" indent="-174625">
              <a:tabLst/>
              <a:defRPr sz="1050">
                <a:latin typeface="Lato" panose="020F0502020204030203" pitchFamily="34" charset="0"/>
                <a:ea typeface="Lato" panose="020F0502020204030203" pitchFamily="34" charset="0"/>
                <a:cs typeface="Lato" panose="020F0502020204030203" pitchFamily="34" charset="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11"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0" indent="0">
              <a:buFont typeface="Arial" panose="020B0604020202020204" pitchFamily="34" charset="0"/>
              <a:buNone/>
              <a:defRPr sz="1400" b="0" baseline="0">
                <a:latin typeface="Lato" panose="020F0502020204030203" pitchFamily="34" charset="0"/>
                <a:ea typeface="Lato" panose="020F0502020204030203" pitchFamily="34" charset="0"/>
                <a:cs typeface="Lato" panose="020F0502020204030203" pitchFamily="34" charset="0"/>
              </a:defRPr>
            </a:lvl1pPr>
          </a:lstStyle>
          <a:p>
            <a:pPr lvl="0"/>
            <a:r>
              <a:rPr lang="fr-FR"/>
              <a:t>Modifiez les styles du texte du masque</a:t>
            </a:r>
          </a:p>
        </p:txBody>
      </p:sp>
      <p:sp>
        <p:nvSpPr>
          <p:cNvPr id="13"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5"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9"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Tree>
    <p:extLst>
      <p:ext uri="{BB962C8B-B14F-4D97-AF65-F5344CB8AC3E}">
        <p14:creationId xmlns:p14="http://schemas.microsoft.com/office/powerpoint/2010/main" val="3067408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ois contenus">
    <p:spTree>
      <p:nvGrpSpPr>
        <p:cNvPr id="1" name=""/>
        <p:cNvGrpSpPr/>
        <p:nvPr/>
      </p:nvGrpSpPr>
      <p:grpSpPr>
        <a:xfrm>
          <a:off x="0" y="0"/>
          <a:ext cx="0" cy="0"/>
          <a:chOff x="0" y="0"/>
          <a:chExt cx="0" cy="0"/>
        </a:xfrm>
      </p:grpSpPr>
      <p:sp>
        <p:nvSpPr>
          <p:cNvPr id="19" name="Espace réservé du contenu 2"/>
          <p:cNvSpPr>
            <a:spLocks noGrp="1"/>
          </p:cNvSpPr>
          <p:nvPr>
            <p:ph idx="11"/>
          </p:nvPr>
        </p:nvSpPr>
        <p:spPr>
          <a:xfrm>
            <a:off x="4340968" y="1797053"/>
            <a:ext cx="3695155" cy="4349749"/>
          </a:xfrm>
          <a:prstGeom prst="rect">
            <a:avLst/>
          </a:prstGeom>
        </p:spPr>
        <p:txBody>
          <a:bodyPr lIns="0"/>
          <a:lstStyle>
            <a:lvl1pPr>
              <a:defRPr sz="1800">
                <a:latin typeface="Lato" panose="020F0502020204030203" pitchFamily="34" charset="0"/>
                <a:ea typeface="Lato" panose="020F0502020204030203" pitchFamily="34" charset="0"/>
                <a:cs typeface="Lato" panose="020F0502020204030203" pitchFamily="34" charset="0"/>
              </a:defRPr>
            </a:lvl1pPr>
            <a:lvl2pPr marL="360363" indent="-177800">
              <a:buSzPct val="60000"/>
              <a:tabLst/>
              <a:defRPr sz="1600">
                <a:latin typeface="Lato" panose="020F0502020204030203" pitchFamily="34" charset="0"/>
                <a:ea typeface="Lato" panose="020F0502020204030203" pitchFamily="34" charset="0"/>
                <a:cs typeface="Lato" panose="020F0502020204030203" pitchFamily="34" charset="0"/>
              </a:defRPr>
            </a:lvl2pPr>
            <a:lvl3pPr marL="538163" indent="-179388">
              <a:tabLst/>
              <a:defRPr sz="1400">
                <a:latin typeface="Lato" panose="020F0502020204030203" pitchFamily="34" charset="0"/>
                <a:ea typeface="Lato" panose="020F0502020204030203" pitchFamily="34" charset="0"/>
                <a:cs typeface="Lato" panose="020F0502020204030203" pitchFamily="34" charset="0"/>
              </a:defRPr>
            </a:lvl3pPr>
            <a:lvl4pPr marL="715963" indent="-174625">
              <a:tabLst/>
              <a:defRPr sz="1050">
                <a:latin typeface="Lato" panose="020F0502020204030203" pitchFamily="34" charset="0"/>
                <a:ea typeface="Lato" panose="020F0502020204030203" pitchFamily="34" charset="0"/>
                <a:cs typeface="Lato" panose="020F0502020204030203" pitchFamily="34" charset="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0" name="Espace réservé du contenu 2"/>
          <p:cNvSpPr>
            <a:spLocks noGrp="1"/>
          </p:cNvSpPr>
          <p:nvPr>
            <p:ph idx="12"/>
          </p:nvPr>
        </p:nvSpPr>
        <p:spPr>
          <a:xfrm>
            <a:off x="8266552" y="1797053"/>
            <a:ext cx="3695155" cy="4349749"/>
          </a:xfrm>
          <a:prstGeom prst="rect">
            <a:avLst/>
          </a:prstGeom>
        </p:spPr>
        <p:txBody>
          <a:bodyPr lIns="0"/>
          <a:lstStyle>
            <a:lvl1pPr>
              <a:defRPr sz="1800">
                <a:latin typeface="Lato" panose="020F0502020204030203" pitchFamily="34" charset="0"/>
                <a:ea typeface="Lato" panose="020F0502020204030203" pitchFamily="34" charset="0"/>
                <a:cs typeface="Lato" panose="020F0502020204030203" pitchFamily="34" charset="0"/>
              </a:defRPr>
            </a:lvl1pPr>
            <a:lvl2pPr marL="360363" indent="-177800">
              <a:buSzPct val="60000"/>
              <a:tabLst/>
              <a:defRPr sz="1600">
                <a:latin typeface="Lato" panose="020F0502020204030203" pitchFamily="34" charset="0"/>
                <a:ea typeface="Lato" panose="020F0502020204030203" pitchFamily="34" charset="0"/>
                <a:cs typeface="Lato" panose="020F0502020204030203" pitchFamily="34" charset="0"/>
              </a:defRPr>
            </a:lvl2pPr>
            <a:lvl3pPr marL="538163" indent="-179388">
              <a:tabLst/>
              <a:defRPr sz="1400">
                <a:latin typeface="Lato" panose="020F0502020204030203" pitchFamily="34" charset="0"/>
                <a:ea typeface="Lato" panose="020F0502020204030203" pitchFamily="34" charset="0"/>
                <a:cs typeface="Lato" panose="020F0502020204030203" pitchFamily="34" charset="0"/>
              </a:defRPr>
            </a:lvl3pPr>
            <a:lvl4pPr marL="715963" indent="-174625">
              <a:tabLst/>
              <a:defRPr sz="1050">
                <a:latin typeface="Lato" panose="020F0502020204030203" pitchFamily="34" charset="0"/>
                <a:ea typeface="Lato" panose="020F0502020204030203" pitchFamily="34" charset="0"/>
                <a:cs typeface="Lato" panose="020F0502020204030203" pitchFamily="34" charset="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12" name="Espace réservé du contenu 2"/>
          <p:cNvSpPr>
            <a:spLocks noGrp="1"/>
          </p:cNvSpPr>
          <p:nvPr>
            <p:ph idx="1"/>
          </p:nvPr>
        </p:nvSpPr>
        <p:spPr>
          <a:xfrm>
            <a:off x="429687" y="1797051"/>
            <a:ext cx="3680855" cy="4349748"/>
          </a:xfrm>
          <a:prstGeom prst="rect">
            <a:avLst/>
          </a:prstGeom>
        </p:spPr>
        <p:txBody>
          <a:bodyPr lIns="0"/>
          <a:lstStyle>
            <a:lvl1pPr>
              <a:defRPr sz="1800">
                <a:latin typeface="Lato" panose="020F0502020204030203" pitchFamily="34" charset="0"/>
                <a:ea typeface="Lato" panose="020F0502020204030203" pitchFamily="34" charset="0"/>
                <a:cs typeface="Lato" panose="020F0502020204030203" pitchFamily="34" charset="0"/>
              </a:defRPr>
            </a:lvl1pPr>
            <a:lvl2pPr marL="360363" indent="-177800">
              <a:buSzPct val="60000"/>
              <a:tabLst/>
              <a:defRPr sz="1600">
                <a:latin typeface="Lato" panose="020F0502020204030203" pitchFamily="34" charset="0"/>
                <a:ea typeface="Lato" panose="020F0502020204030203" pitchFamily="34" charset="0"/>
                <a:cs typeface="Lato" panose="020F0502020204030203" pitchFamily="34" charset="0"/>
              </a:defRPr>
            </a:lvl2pPr>
            <a:lvl3pPr marL="538163" indent="-179388">
              <a:tabLst/>
              <a:defRPr sz="1400">
                <a:latin typeface="Lato" panose="020F0502020204030203" pitchFamily="34" charset="0"/>
                <a:ea typeface="Lato" panose="020F0502020204030203" pitchFamily="34" charset="0"/>
                <a:cs typeface="Lato" panose="020F0502020204030203" pitchFamily="34" charset="0"/>
              </a:defRPr>
            </a:lvl3pPr>
            <a:lvl4pPr marL="715963" indent="-174625">
              <a:tabLst/>
              <a:defRPr sz="1050">
                <a:latin typeface="Lato" panose="020F0502020204030203" pitchFamily="34" charset="0"/>
                <a:ea typeface="Lato" panose="020F0502020204030203" pitchFamily="34" charset="0"/>
                <a:cs typeface="Lato" panose="020F0502020204030203" pitchFamily="34" charset="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11"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
        <p:nvSpPr>
          <p:cNvPr id="21"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133350" indent="-133350">
              <a:buNone/>
              <a:defRPr lang="fr-FR" sz="1400" b="0" baseline="0" dirty="0">
                <a:latin typeface="Lato" panose="020F0502020204030203" pitchFamily="34" charset="0"/>
                <a:ea typeface="Lato" panose="020F0502020204030203" pitchFamily="34" charset="0"/>
                <a:cs typeface="Lato" panose="020F0502020204030203" pitchFamily="34" charset="0"/>
              </a:defRPr>
            </a:lvl1pPr>
          </a:lstStyle>
          <a:p>
            <a:pPr marL="0" lvl="0" indent="0"/>
            <a:r>
              <a:rPr lang="fr-FR"/>
              <a:t>Modifiez les styles du texte du masque</a:t>
            </a:r>
          </a:p>
        </p:txBody>
      </p:sp>
      <p:sp>
        <p:nvSpPr>
          <p:cNvPr id="14"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3"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5"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Tree>
    <p:extLst>
      <p:ext uri="{BB962C8B-B14F-4D97-AF65-F5344CB8AC3E}">
        <p14:creationId xmlns:p14="http://schemas.microsoft.com/office/powerpoint/2010/main" val="3832544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19" name="Espace réservé du contenu 2"/>
          <p:cNvSpPr>
            <a:spLocks noGrp="1"/>
          </p:cNvSpPr>
          <p:nvPr>
            <p:ph idx="11"/>
          </p:nvPr>
        </p:nvSpPr>
        <p:spPr>
          <a:xfrm>
            <a:off x="6096000" y="1797053"/>
            <a:ext cx="5422355" cy="4349749"/>
          </a:xfrm>
          <a:prstGeom prst="rect">
            <a:avLst/>
          </a:prstGeom>
        </p:spPr>
        <p:txBody>
          <a:bodyPr lIns="0"/>
          <a:lstStyle>
            <a:lvl1pPr>
              <a:defRPr sz="1800">
                <a:latin typeface="Lato" panose="020F0502020204030203" pitchFamily="34" charset="0"/>
                <a:ea typeface="Lato" panose="020F0502020204030203" pitchFamily="34" charset="0"/>
                <a:cs typeface="Lato" panose="020F0502020204030203" pitchFamily="34" charset="0"/>
              </a:defRPr>
            </a:lvl1pPr>
            <a:lvl2pPr marL="360363" indent="-177800">
              <a:buSzPct val="60000"/>
              <a:tabLst/>
              <a:defRPr sz="1600">
                <a:latin typeface="Lato" panose="020F0502020204030203" pitchFamily="34" charset="0"/>
                <a:ea typeface="Lato" panose="020F0502020204030203" pitchFamily="34" charset="0"/>
                <a:cs typeface="Lato" panose="020F0502020204030203" pitchFamily="34" charset="0"/>
              </a:defRPr>
            </a:lvl2pPr>
            <a:lvl3pPr marL="538163" indent="-179388">
              <a:tabLst/>
              <a:defRPr sz="1400">
                <a:latin typeface="Lato" panose="020F0502020204030203" pitchFamily="34" charset="0"/>
                <a:ea typeface="Lato" panose="020F0502020204030203" pitchFamily="34" charset="0"/>
                <a:cs typeface="Lato" panose="020F0502020204030203" pitchFamily="34" charset="0"/>
              </a:defRPr>
            </a:lvl3pPr>
            <a:lvl4pPr marL="715963" indent="-174625">
              <a:tabLst/>
              <a:defRPr sz="1050">
                <a:latin typeface="Lato" panose="020F0502020204030203" pitchFamily="34" charset="0"/>
                <a:ea typeface="Lato" panose="020F0502020204030203" pitchFamily="34" charset="0"/>
                <a:cs typeface="Lato" panose="020F0502020204030203" pitchFamily="34" charset="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16" name="Espace réservé du contenu 2"/>
          <p:cNvSpPr>
            <a:spLocks noGrp="1"/>
          </p:cNvSpPr>
          <p:nvPr>
            <p:ph idx="1"/>
          </p:nvPr>
        </p:nvSpPr>
        <p:spPr>
          <a:xfrm>
            <a:off x="429684" y="1797051"/>
            <a:ext cx="5110781" cy="4349748"/>
          </a:xfrm>
          <a:prstGeom prst="rect">
            <a:avLst/>
          </a:prstGeom>
        </p:spPr>
        <p:txBody>
          <a:bodyPr lIns="0"/>
          <a:lstStyle>
            <a:lvl1pPr>
              <a:defRPr sz="1800">
                <a:latin typeface="Lato" panose="020F0502020204030203" pitchFamily="34" charset="0"/>
                <a:ea typeface="Lato" panose="020F0502020204030203" pitchFamily="34" charset="0"/>
                <a:cs typeface="Lato" panose="020F0502020204030203" pitchFamily="34" charset="0"/>
              </a:defRPr>
            </a:lvl1pPr>
            <a:lvl2pPr marL="358775" indent="-176213">
              <a:buSzPct val="60000"/>
              <a:tabLst/>
              <a:defRPr sz="1600">
                <a:latin typeface="Lato" panose="020F0502020204030203" pitchFamily="34" charset="0"/>
                <a:ea typeface="Lato" panose="020F0502020204030203" pitchFamily="34" charset="0"/>
                <a:cs typeface="Lato" panose="020F0502020204030203" pitchFamily="34" charset="0"/>
              </a:defRPr>
            </a:lvl2pPr>
            <a:lvl3pPr marL="538163" indent="-177800">
              <a:tabLst/>
              <a:defRPr sz="1400">
                <a:latin typeface="Lato" panose="020F0502020204030203" pitchFamily="34" charset="0"/>
                <a:ea typeface="Lato" panose="020F0502020204030203" pitchFamily="34" charset="0"/>
                <a:cs typeface="Lato" panose="020F0502020204030203" pitchFamily="34" charset="0"/>
              </a:defRPr>
            </a:lvl3pPr>
            <a:lvl4pPr marL="715963" indent="-174625">
              <a:tabLst/>
              <a:defRPr sz="1050">
                <a:latin typeface="Lato" panose="020F0502020204030203" pitchFamily="34" charset="0"/>
                <a:ea typeface="Lato" panose="020F0502020204030203" pitchFamily="34" charset="0"/>
                <a:cs typeface="Lato" panose="020F0502020204030203" pitchFamily="34" charset="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10"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
        <p:nvSpPr>
          <p:cNvPr id="15"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133350" indent="-133350">
              <a:buNone/>
              <a:defRPr lang="fr-FR" sz="1400" b="0" baseline="0" dirty="0">
                <a:latin typeface="Lato" panose="020F0502020204030203" pitchFamily="34" charset="0"/>
                <a:ea typeface="Lato" panose="020F0502020204030203" pitchFamily="34" charset="0"/>
                <a:cs typeface="Lato" panose="020F0502020204030203" pitchFamily="34" charset="0"/>
              </a:defRPr>
            </a:lvl1pPr>
          </a:lstStyle>
          <a:p>
            <a:pPr marL="0" lvl="0" indent="0"/>
            <a:r>
              <a:rPr lang="fr-FR"/>
              <a:t>Modifiez les styles du texte du masque</a:t>
            </a:r>
          </a:p>
        </p:txBody>
      </p:sp>
      <p:sp>
        <p:nvSpPr>
          <p:cNvPr id="12"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1"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3"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Tree>
    <p:extLst>
      <p:ext uri="{BB962C8B-B14F-4D97-AF65-F5344CB8AC3E}">
        <p14:creationId xmlns:p14="http://schemas.microsoft.com/office/powerpoint/2010/main" val="14076432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onne et texte">
    <p:spTree>
      <p:nvGrpSpPr>
        <p:cNvPr id="1" name=""/>
        <p:cNvGrpSpPr/>
        <p:nvPr/>
      </p:nvGrpSpPr>
      <p:grpSpPr>
        <a:xfrm>
          <a:off x="0" y="0"/>
          <a:ext cx="0" cy="0"/>
          <a:chOff x="0" y="0"/>
          <a:chExt cx="0" cy="0"/>
        </a:xfrm>
      </p:grpSpPr>
      <p:sp>
        <p:nvSpPr>
          <p:cNvPr id="10" name="Espace réservé du contenu 2"/>
          <p:cNvSpPr>
            <a:spLocks noGrp="1"/>
          </p:cNvSpPr>
          <p:nvPr>
            <p:ph idx="11"/>
          </p:nvPr>
        </p:nvSpPr>
        <p:spPr>
          <a:xfrm>
            <a:off x="2447651" y="1797053"/>
            <a:ext cx="9502180" cy="4349749"/>
          </a:xfrm>
          <a:prstGeom prst="rect">
            <a:avLst/>
          </a:prstGeom>
        </p:spPr>
        <p:txBody>
          <a:bodyPr lIns="0"/>
          <a:lstStyle>
            <a:lvl1pPr>
              <a:defRPr sz="1800">
                <a:latin typeface="Lato" panose="020F0502020204030203" pitchFamily="34" charset="0"/>
                <a:ea typeface="Lato" panose="020F0502020204030203" pitchFamily="34" charset="0"/>
                <a:cs typeface="Lato" panose="020F0502020204030203" pitchFamily="34" charset="0"/>
              </a:defRPr>
            </a:lvl1pPr>
            <a:lvl2pPr marL="360363" indent="-177800">
              <a:buSzPct val="60000"/>
              <a:tabLst/>
              <a:defRPr sz="1600">
                <a:latin typeface="Lato" panose="020F0502020204030203" pitchFamily="34" charset="0"/>
                <a:ea typeface="Lato" panose="020F0502020204030203" pitchFamily="34" charset="0"/>
                <a:cs typeface="Lato" panose="020F0502020204030203" pitchFamily="34" charset="0"/>
              </a:defRPr>
            </a:lvl2pPr>
            <a:lvl3pPr marL="538163" indent="-179388">
              <a:tabLst/>
              <a:defRPr sz="1400">
                <a:latin typeface="Lato" panose="020F0502020204030203" pitchFamily="34" charset="0"/>
                <a:ea typeface="Lato" panose="020F0502020204030203" pitchFamily="34" charset="0"/>
                <a:cs typeface="Lato" panose="020F0502020204030203" pitchFamily="34" charset="0"/>
              </a:defRPr>
            </a:lvl3pPr>
            <a:lvl4pPr marL="715963" indent="-174625">
              <a:tabLst/>
              <a:defRPr sz="1050">
                <a:latin typeface="Lato" panose="020F0502020204030203" pitchFamily="34" charset="0"/>
                <a:ea typeface="Lato" panose="020F0502020204030203" pitchFamily="34" charset="0"/>
                <a:cs typeface="Lato" panose="020F0502020204030203" pitchFamily="34" charset="0"/>
              </a:defRPr>
            </a:lvl4p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12" name="Espace réservé du texte 11"/>
          <p:cNvSpPr>
            <a:spLocks noGrp="1"/>
          </p:cNvSpPr>
          <p:nvPr>
            <p:ph type="body" sz="quarter" idx="12"/>
          </p:nvPr>
        </p:nvSpPr>
        <p:spPr>
          <a:xfrm>
            <a:off x="429684" y="1796086"/>
            <a:ext cx="1775883" cy="4341283"/>
          </a:xfrm>
          <a:prstGeom prst="rect">
            <a:avLst/>
          </a:prstGeom>
        </p:spPr>
        <p:txBody>
          <a:bodyPr lIns="0">
            <a:noAutofit/>
          </a:bodyPr>
          <a:lstStyle>
            <a:lvl1pPr marL="0" indent="0">
              <a:buFontTx/>
              <a:buNone/>
              <a:defRPr sz="1600">
                <a:latin typeface="Lato" panose="020F0502020204030203" pitchFamily="34" charset="0"/>
                <a:ea typeface="Lato" panose="020F0502020204030203" pitchFamily="34" charset="0"/>
                <a:cs typeface="Lato" panose="020F0502020204030203" pitchFamily="34" charset="0"/>
              </a:defRPr>
            </a:lvl1pPr>
          </a:lstStyle>
          <a:p>
            <a:pPr lvl="0"/>
            <a:r>
              <a:rPr lang="fr-FR"/>
              <a:t>Modifiez les styles du texte du masque</a:t>
            </a:r>
          </a:p>
        </p:txBody>
      </p:sp>
      <p:sp>
        <p:nvSpPr>
          <p:cNvPr id="11"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
        <p:nvSpPr>
          <p:cNvPr id="13"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133350" indent="-133350">
              <a:buNone/>
              <a:defRPr lang="fr-FR" sz="1400" b="0" baseline="0" dirty="0">
                <a:latin typeface="Lato" panose="020F0502020204030203" pitchFamily="34" charset="0"/>
                <a:ea typeface="Lato" panose="020F0502020204030203" pitchFamily="34" charset="0"/>
                <a:cs typeface="Lato" panose="020F0502020204030203" pitchFamily="34" charset="0"/>
              </a:defRPr>
            </a:lvl1pPr>
          </a:lstStyle>
          <a:p>
            <a:pPr marL="0" lvl="0" indent="0"/>
            <a:r>
              <a:rPr lang="fr-FR"/>
              <a:t>Modifiez les styles du texte du masque</a:t>
            </a:r>
          </a:p>
        </p:txBody>
      </p:sp>
      <p:sp>
        <p:nvSpPr>
          <p:cNvPr id="15"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4"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6"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Tree>
    <p:extLst>
      <p:ext uri="{BB962C8B-B14F-4D97-AF65-F5344CB8AC3E}">
        <p14:creationId xmlns:p14="http://schemas.microsoft.com/office/powerpoint/2010/main" val="83588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 v2">
    <p:spTree>
      <p:nvGrpSpPr>
        <p:cNvPr id="1" name=""/>
        <p:cNvGrpSpPr/>
        <p:nvPr/>
      </p:nvGrpSpPr>
      <p:grpSpPr>
        <a:xfrm>
          <a:off x="0" y="0"/>
          <a:ext cx="0" cy="0"/>
          <a:chOff x="0" y="0"/>
          <a:chExt cx="0" cy="0"/>
        </a:xfrm>
      </p:grpSpPr>
      <p:sp>
        <p:nvSpPr>
          <p:cNvPr id="6" name="图片占位符 7"/>
          <p:cNvSpPr>
            <a:spLocks noGrp="1"/>
          </p:cNvSpPr>
          <p:nvPr>
            <p:ph type="pic" sz="quarter" idx="10" hasCustomPrompt="1"/>
          </p:nvPr>
        </p:nvSpPr>
        <p:spPr>
          <a:xfrm>
            <a:off x="1" y="2379482"/>
            <a:ext cx="4597795" cy="2165266"/>
          </a:xfrm>
          <a:custGeom>
            <a:avLst/>
            <a:gdLst>
              <a:gd name="connsiteX0" fmla="*/ 0 w 5173598"/>
              <a:gd name="connsiteY0" fmla="*/ 0 h 13716000"/>
              <a:gd name="connsiteX1" fmla="*/ 5173598 w 5173598"/>
              <a:gd name="connsiteY1" fmla="*/ 0 h 13716000"/>
              <a:gd name="connsiteX2" fmla="*/ 5173598 w 5173598"/>
              <a:gd name="connsiteY2" fmla="*/ 13716000 h 13716000"/>
              <a:gd name="connsiteX3" fmla="*/ 0 w 5173598"/>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5173598" h="13716000">
                <a:moveTo>
                  <a:pt x="0" y="0"/>
                </a:moveTo>
                <a:lnTo>
                  <a:pt x="5173598" y="0"/>
                </a:lnTo>
                <a:lnTo>
                  <a:pt x="5173598" y="13716000"/>
                </a:lnTo>
                <a:lnTo>
                  <a:pt x="0" y="13716000"/>
                </a:lnTo>
                <a:close/>
              </a:path>
            </a:pathLst>
          </a:custGeom>
          <a:solidFill>
            <a:schemeClr val="accent2"/>
          </a:solidFill>
          <a:ln w="12700">
            <a:miter lim="400000"/>
          </a:ln>
          <a:extLst>
            <a:ext uri="{C572A759-6A51-4108-AA02-DFA0A04FC94B}">
              <ma14:wrappingTextBoxFlag xmlns="" xmlns:ma14="http://schemas.microsoft.com/office/mac/drawingml/2011/main" val="1"/>
            </a:ext>
          </a:extLst>
        </p:spPr>
        <p:txBody>
          <a:bodyPr wrap="square">
            <a:noAutofit/>
          </a:bodyPr>
          <a:lstStyle>
            <a:lvl1pPr marL="0" indent="0">
              <a:buNone/>
              <a:defRPr>
                <a:latin typeface="Lato" panose="020F0502020204030203" pitchFamily="34" charset="0"/>
                <a:ea typeface="Lato" panose="020F0502020204030203" pitchFamily="34" charset="0"/>
                <a:cs typeface="Lato" panose="020F0502020204030203" pitchFamily="34" charset="0"/>
              </a:defRPr>
            </a:lvl1pPr>
          </a:lstStyle>
          <a:p>
            <a:r>
              <a:rPr lang="fr-FR" altLang="zh-CN"/>
              <a:t>image</a:t>
            </a:r>
            <a:endParaRPr lang="zh-CN" altLang="en-US"/>
          </a:p>
        </p:txBody>
      </p:sp>
      <p:sp>
        <p:nvSpPr>
          <p:cNvPr id="12"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Modifiez le style du titre</a:t>
            </a:r>
          </a:p>
        </p:txBody>
      </p:sp>
      <p:sp>
        <p:nvSpPr>
          <p:cNvPr id="16"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8"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9"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Tree>
    <p:extLst>
      <p:ext uri="{BB962C8B-B14F-4D97-AF65-F5344CB8AC3E}">
        <p14:creationId xmlns:p14="http://schemas.microsoft.com/office/powerpoint/2010/main" val="3672057345"/>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re et contenu 1 colonne">
    <p:spTree>
      <p:nvGrpSpPr>
        <p:cNvPr id="1" name=""/>
        <p:cNvGrpSpPr/>
        <p:nvPr/>
      </p:nvGrpSpPr>
      <p:grpSpPr>
        <a:xfrm>
          <a:off x="0" y="0"/>
          <a:ext cx="0" cy="0"/>
          <a:chOff x="0" y="0"/>
          <a:chExt cx="0" cy="0"/>
        </a:xfrm>
      </p:grpSpPr>
      <p:sp>
        <p:nvSpPr>
          <p:cNvPr id="16" name="Rectangle 7"/>
          <p:cNvSpPr/>
          <p:nvPr userDrawn="1"/>
        </p:nvSpPr>
        <p:spPr>
          <a:xfrm>
            <a:off x="6096002" y="2938142"/>
            <a:ext cx="4270373" cy="2658533"/>
          </a:xfrm>
          <a:custGeom>
            <a:avLst/>
            <a:gdLst>
              <a:gd name="connsiteX0" fmla="*/ 0 w 3243262"/>
              <a:gd name="connsiteY0" fmla="*/ 0 h 2014537"/>
              <a:gd name="connsiteX1" fmla="*/ 3243262 w 3243262"/>
              <a:gd name="connsiteY1" fmla="*/ 0 h 2014537"/>
              <a:gd name="connsiteX2" fmla="*/ 3243262 w 3243262"/>
              <a:gd name="connsiteY2" fmla="*/ 2014537 h 2014537"/>
              <a:gd name="connsiteX3" fmla="*/ 0 w 3243262"/>
              <a:gd name="connsiteY3" fmla="*/ 2014537 h 2014537"/>
              <a:gd name="connsiteX4" fmla="*/ 0 w 3243262"/>
              <a:gd name="connsiteY4" fmla="*/ 0 h 2014537"/>
              <a:gd name="connsiteX0" fmla="*/ 0 w 3243262"/>
              <a:gd name="connsiteY0" fmla="*/ 0 h 2014537"/>
              <a:gd name="connsiteX1" fmla="*/ 3243262 w 3243262"/>
              <a:gd name="connsiteY1" fmla="*/ 0 h 2014537"/>
              <a:gd name="connsiteX2" fmla="*/ 3243262 w 3243262"/>
              <a:gd name="connsiteY2" fmla="*/ 2014537 h 2014537"/>
              <a:gd name="connsiteX3" fmla="*/ 0 w 3243262"/>
              <a:gd name="connsiteY3" fmla="*/ 0 h 2014537"/>
            </a:gdLst>
            <a:ahLst/>
            <a:cxnLst>
              <a:cxn ang="0">
                <a:pos x="connsiteX0" y="connsiteY0"/>
              </a:cxn>
              <a:cxn ang="0">
                <a:pos x="connsiteX1" y="connsiteY1"/>
              </a:cxn>
              <a:cxn ang="0">
                <a:pos x="connsiteX2" y="connsiteY2"/>
              </a:cxn>
              <a:cxn ang="0">
                <a:pos x="connsiteX3" y="connsiteY3"/>
              </a:cxn>
            </a:cxnLst>
            <a:rect l="l" t="t" r="r" b="b"/>
            <a:pathLst>
              <a:path w="3243262" h="2014537">
                <a:moveTo>
                  <a:pt x="0" y="0"/>
                </a:moveTo>
                <a:lnTo>
                  <a:pt x="3243262" y="0"/>
                </a:lnTo>
                <a:lnTo>
                  <a:pt x="3243262" y="2014537"/>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Lato" panose="020F0502020204030203" pitchFamily="34" charset="0"/>
              <a:ea typeface="Lato" panose="020F0502020204030203" pitchFamily="34" charset="0"/>
              <a:cs typeface="Lato" panose="020F0502020204030203" pitchFamily="34" charset="0"/>
            </a:endParaRPr>
          </a:p>
        </p:txBody>
      </p:sp>
      <p:sp>
        <p:nvSpPr>
          <p:cNvPr id="23" name="Rectangle 22"/>
          <p:cNvSpPr/>
          <p:nvPr userDrawn="1"/>
        </p:nvSpPr>
        <p:spPr>
          <a:xfrm>
            <a:off x="791645" y="2149476"/>
            <a:ext cx="10591801" cy="10731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Lato" panose="020F0502020204030203" pitchFamily="34" charset="0"/>
              <a:ea typeface="Lato" panose="020F0502020204030203" pitchFamily="34" charset="0"/>
              <a:cs typeface="Lato" panose="020F0502020204030203" pitchFamily="34" charset="0"/>
            </a:endParaRPr>
          </a:p>
        </p:txBody>
      </p:sp>
      <p:pic>
        <p:nvPicPr>
          <p:cNvPr id="24" name="Picture 1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539812" y="2397617"/>
            <a:ext cx="5513673" cy="2394095"/>
          </a:xfrm>
          <a:prstGeom prst="rect">
            <a:avLst/>
          </a:prstGeom>
        </p:spPr>
      </p:pic>
      <p:sp>
        <p:nvSpPr>
          <p:cNvPr id="25" name="Rectangle 7"/>
          <p:cNvSpPr/>
          <p:nvPr userDrawn="1"/>
        </p:nvSpPr>
        <p:spPr>
          <a:xfrm>
            <a:off x="6096002" y="2549524"/>
            <a:ext cx="4270373" cy="1993900"/>
          </a:xfrm>
          <a:custGeom>
            <a:avLst/>
            <a:gdLst>
              <a:gd name="connsiteX0" fmla="*/ 0 w 3243262"/>
              <a:gd name="connsiteY0" fmla="*/ 0 h 2014537"/>
              <a:gd name="connsiteX1" fmla="*/ 3243262 w 3243262"/>
              <a:gd name="connsiteY1" fmla="*/ 0 h 2014537"/>
              <a:gd name="connsiteX2" fmla="*/ 3243262 w 3243262"/>
              <a:gd name="connsiteY2" fmla="*/ 2014537 h 2014537"/>
              <a:gd name="connsiteX3" fmla="*/ 0 w 3243262"/>
              <a:gd name="connsiteY3" fmla="*/ 2014537 h 2014537"/>
              <a:gd name="connsiteX4" fmla="*/ 0 w 3243262"/>
              <a:gd name="connsiteY4" fmla="*/ 0 h 2014537"/>
              <a:gd name="connsiteX0" fmla="*/ 0 w 3243262"/>
              <a:gd name="connsiteY0" fmla="*/ 0 h 2014537"/>
              <a:gd name="connsiteX1" fmla="*/ 3243262 w 3243262"/>
              <a:gd name="connsiteY1" fmla="*/ 0 h 2014537"/>
              <a:gd name="connsiteX2" fmla="*/ 3243262 w 3243262"/>
              <a:gd name="connsiteY2" fmla="*/ 2014537 h 2014537"/>
              <a:gd name="connsiteX3" fmla="*/ 0 w 3243262"/>
              <a:gd name="connsiteY3" fmla="*/ 0 h 2014537"/>
            </a:gdLst>
            <a:ahLst/>
            <a:cxnLst>
              <a:cxn ang="0">
                <a:pos x="connsiteX0" y="connsiteY0"/>
              </a:cxn>
              <a:cxn ang="0">
                <a:pos x="connsiteX1" y="connsiteY1"/>
              </a:cxn>
              <a:cxn ang="0">
                <a:pos x="connsiteX2" y="connsiteY2"/>
              </a:cxn>
              <a:cxn ang="0">
                <a:pos x="connsiteX3" y="connsiteY3"/>
              </a:cxn>
            </a:cxnLst>
            <a:rect l="l" t="t" r="r" b="b"/>
            <a:pathLst>
              <a:path w="3243262" h="2014537">
                <a:moveTo>
                  <a:pt x="0" y="0"/>
                </a:moveTo>
                <a:lnTo>
                  <a:pt x="3243262" y="0"/>
                </a:lnTo>
                <a:lnTo>
                  <a:pt x="3243262" y="2014537"/>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Lato" panose="020F0502020204030203" pitchFamily="34" charset="0"/>
              <a:ea typeface="Lato" panose="020F0502020204030203" pitchFamily="34" charset="0"/>
              <a:cs typeface="Lato" panose="020F0502020204030203" pitchFamily="34" charset="0"/>
            </a:endParaRPr>
          </a:p>
        </p:txBody>
      </p:sp>
      <p:sp>
        <p:nvSpPr>
          <p:cNvPr id="26" name="图片占位符 1"/>
          <p:cNvSpPr>
            <a:spLocks noGrp="1"/>
          </p:cNvSpPr>
          <p:nvPr>
            <p:ph type="pic" sz="quarter" idx="11"/>
          </p:nvPr>
        </p:nvSpPr>
        <p:spPr>
          <a:xfrm>
            <a:off x="6220562" y="2549524"/>
            <a:ext cx="4145813" cy="1943100"/>
          </a:xfrm>
          <a:custGeom>
            <a:avLst/>
            <a:gdLst>
              <a:gd name="connsiteX0" fmla="*/ 0 w 5173598"/>
              <a:gd name="connsiteY0" fmla="*/ 0 h 13716000"/>
              <a:gd name="connsiteX1" fmla="*/ 5173598 w 5173598"/>
              <a:gd name="connsiteY1" fmla="*/ 0 h 13716000"/>
              <a:gd name="connsiteX2" fmla="*/ 5173598 w 5173598"/>
              <a:gd name="connsiteY2" fmla="*/ 13716000 h 13716000"/>
              <a:gd name="connsiteX3" fmla="*/ 0 w 5173598"/>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5173598" h="13716000">
                <a:moveTo>
                  <a:pt x="0" y="0"/>
                </a:moveTo>
                <a:lnTo>
                  <a:pt x="5173598" y="0"/>
                </a:lnTo>
                <a:lnTo>
                  <a:pt x="5173598" y="13716000"/>
                </a:lnTo>
                <a:lnTo>
                  <a:pt x="0" y="13716000"/>
                </a:lnTo>
                <a:close/>
              </a:path>
            </a:pathLst>
          </a:custGeom>
        </p:spPr>
      </p:sp>
      <p:sp>
        <p:nvSpPr>
          <p:cNvPr id="14"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3"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20"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7"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Cliquez et modifiez le titre</a:t>
            </a:r>
          </a:p>
        </p:txBody>
      </p:sp>
      <p:sp>
        <p:nvSpPr>
          <p:cNvPr id="28"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0" indent="0">
              <a:buFont typeface="Arial" panose="020B0604020202020204" pitchFamily="34" charset="0"/>
              <a:buNone/>
              <a:defRPr sz="1400" b="0" baseline="0">
                <a:latin typeface="Lato" panose="020F0502020204030203" pitchFamily="34" charset="0"/>
                <a:ea typeface="Lato" panose="020F0502020204030203" pitchFamily="34" charset="0"/>
                <a:cs typeface="Lato" panose="020F0502020204030203" pitchFamily="34" charset="0"/>
              </a:defRPr>
            </a:lvl1pPr>
          </a:lstStyle>
          <a:p>
            <a:pPr lvl="0"/>
            <a:endParaRPr lang="fr-FR"/>
          </a:p>
        </p:txBody>
      </p:sp>
    </p:spTree>
    <p:extLst>
      <p:ext uri="{BB962C8B-B14F-4D97-AF65-F5344CB8AC3E}">
        <p14:creationId xmlns:p14="http://schemas.microsoft.com/office/powerpoint/2010/main" val="2559012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re et contenu 1 colonne">
    <p:spTree>
      <p:nvGrpSpPr>
        <p:cNvPr id="1" name=""/>
        <p:cNvGrpSpPr/>
        <p:nvPr/>
      </p:nvGrpSpPr>
      <p:grpSpPr>
        <a:xfrm>
          <a:off x="0" y="0"/>
          <a:ext cx="0" cy="0"/>
          <a:chOff x="0" y="0"/>
          <a:chExt cx="0" cy="0"/>
        </a:xfrm>
      </p:grpSpPr>
      <p:sp>
        <p:nvSpPr>
          <p:cNvPr id="20"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133350" indent="-133350">
              <a:buNone/>
              <a:defRPr lang="fr-FR" sz="1400" b="0" baseline="0" dirty="0">
                <a:latin typeface="Lato" panose="020F0502020204030203" pitchFamily="34" charset="0"/>
                <a:ea typeface="Lato" panose="020F0502020204030203" pitchFamily="34" charset="0"/>
                <a:cs typeface="Lato" panose="020F0502020204030203" pitchFamily="34" charset="0"/>
              </a:defRPr>
            </a:lvl1pPr>
          </a:lstStyle>
          <a:p>
            <a:pPr marL="0" lvl="0" indent="0"/>
            <a:endParaRPr lang="fr-FR"/>
          </a:p>
        </p:txBody>
      </p:sp>
      <p:sp>
        <p:nvSpPr>
          <p:cNvPr id="26" name="Rectangle 25"/>
          <p:cNvSpPr/>
          <p:nvPr userDrawn="1"/>
        </p:nvSpPr>
        <p:spPr>
          <a:xfrm>
            <a:off x="791645" y="2146857"/>
            <a:ext cx="10591801" cy="10731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Lato" panose="020F0502020204030203" pitchFamily="34" charset="0"/>
              <a:ea typeface="Lato" panose="020F0502020204030203" pitchFamily="34" charset="0"/>
              <a:cs typeface="Lato" panose="020F0502020204030203" pitchFamily="34" charset="0"/>
            </a:endParaRPr>
          </a:p>
        </p:txBody>
      </p:sp>
      <p:pic>
        <p:nvPicPr>
          <p:cNvPr id="27" name="Picture 2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14516" y="2311953"/>
            <a:ext cx="4222117" cy="3462192"/>
          </a:xfrm>
          <a:prstGeom prst="rect">
            <a:avLst/>
          </a:prstGeom>
        </p:spPr>
      </p:pic>
      <p:sp>
        <p:nvSpPr>
          <p:cNvPr id="28" name="Rectangle 7"/>
          <p:cNvSpPr/>
          <p:nvPr userDrawn="1"/>
        </p:nvSpPr>
        <p:spPr>
          <a:xfrm>
            <a:off x="3200401" y="2512139"/>
            <a:ext cx="1720851" cy="1628933"/>
          </a:xfrm>
          <a:custGeom>
            <a:avLst/>
            <a:gdLst>
              <a:gd name="connsiteX0" fmla="*/ 0 w 3243262"/>
              <a:gd name="connsiteY0" fmla="*/ 0 h 2014537"/>
              <a:gd name="connsiteX1" fmla="*/ 3243262 w 3243262"/>
              <a:gd name="connsiteY1" fmla="*/ 0 h 2014537"/>
              <a:gd name="connsiteX2" fmla="*/ 3243262 w 3243262"/>
              <a:gd name="connsiteY2" fmla="*/ 2014537 h 2014537"/>
              <a:gd name="connsiteX3" fmla="*/ 0 w 3243262"/>
              <a:gd name="connsiteY3" fmla="*/ 2014537 h 2014537"/>
              <a:gd name="connsiteX4" fmla="*/ 0 w 3243262"/>
              <a:gd name="connsiteY4" fmla="*/ 0 h 2014537"/>
              <a:gd name="connsiteX0" fmla="*/ 0 w 3243262"/>
              <a:gd name="connsiteY0" fmla="*/ 0 h 2014537"/>
              <a:gd name="connsiteX1" fmla="*/ 3243262 w 3243262"/>
              <a:gd name="connsiteY1" fmla="*/ 0 h 2014537"/>
              <a:gd name="connsiteX2" fmla="*/ 3243262 w 3243262"/>
              <a:gd name="connsiteY2" fmla="*/ 2014537 h 2014537"/>
              <a:gd name="connsiteX3" fmla="*/ 0 w 3243262"/>
              <a:gd name="connsiteY3" fmla="*/ 0 h 2014537"/>
            </a:gdLst>
            <a:ahLst/>
            <a:cxnLst>
              <a:cxn ang="0">
                <a:pos x="connsiteX0" y="connsiteY0"/>
              </a:cxn>
              <a:cxn ang="0">
                <a:pos x="connsiteX1" y="connsiteY1"/>
              </a:cxn>
              <a:cxn ang="0">
                <a:pos x="connsiteX2" y="connsiteY2"/>
              </a:cxn>
              <a:cxn ang="0">
                <a:pos x="connsiteX3" y="connsiteY3"/>
              </a:cxn>
            </a:cxnLst>
            <a:rect l="l" t="t" r="r" b="b"/>
            <a:pathLst>
              <a:path w="3243262" h="2014537">
                <a:moveTo>
                  <a:pt x="0" y="0"/>
                </a:moveTo>
                <a:lnTo>
                  <a:pt x="3243262" y="0"/>
                </a:lnTo>
                <a:lnTo>
                  <a:pt x="3243262" y="2014537"/>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Lato" panose="020F0502020204030203" pitchFamily="34" charset="0"/>
              <a:ea typeface="Lato" panose="020F0502020204030203" pitchFamily="34" charset="0"/>
              <a:cs typeface="Lato" panose="020F0502020204030203" pitchFamily="34" charset="0"/>
            </a:endParaRPr>
          </a:p>
        </p:txBody>
      </p:sp>
      <p:sp>
        <p:nvSpPr>
          <p:cNvPr id="29" name="图片占位符 1"/>
          <p:cNvSpPr>
            <a:spLocks noGrp="1"/>
          </p:cNvSpPr>
          <p:nvPr>
            <p:ph type="pic" sz="quarter" idx="11"/>
          </p:nvPr>
        </p:nvSpPr>
        <p:spPr>
          <a:xfrm>
            <a:off x="1309844" y="2514518"/>
            <a:ext cx="3611408" cy="1626552"/>
          </a:xfrm>
          <a:custGeom>
            <a:avLst/>
            <a:gdLst>
              <a:gd name="connsiteX0" fmla="*/ 0 w 5173598"/>
              <a:gd name="connsiteY0" fmla="*/ 0 h 13716000"/>
              <a:gd name="connsiteX1" fmla="*/ 5173598 w 5173598"/>
              <a:gd name="connsiteY1" fmla="*/ 0 h 13716000"/>
              <a:gd name="connsiteX2" fmla="*/ 5173598 w 5173598"/>
              <a:gd name="connsiteY2" fmla="*/ 13716000 h 13716000"/>
              <a:gd name="connsiteX3" fmla="*/ 0 w 5173598"/>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5173598" h="13716000">
                <a:moveTo>
                  <a:pt x="0" y="0"/>
                </a:moveTo>
                <a:lnTo>
                  <a:pt x="5173598" y="0"/>
                </a:lnTo>
                <a:lnTo>
                  <a:pt x="5173598" y="13716000"/>
                </a:lnTo>
                <a:lnTo>
                  <a:pt x="0" y="13716000"/>
                </a:lnTo>
                <a:close/>
              </a:path>
            </a:pathLst>
          </a:custGeom>
        </p:spPr>
      </p:sp>
      <p:sp>
        <p:nvSpPr>
          <p:cNvPr id="14"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3"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8"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1"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Cliquez et modifiez le titre</a:t>
            </a:r>
          </a:p>
        </p:txBody>
      </p:sp>
    </p:spTree>
    <p:extLst>
      <p:ext uri="{BB962C8B-B14F-4D97-AF65-F5344CB8AC3E}">
        <p14:creationId xmlns:p14="http://schemas.microsoft.com/office/powerpoint/2010/main" val="2988027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re et contenu 1 colonne">
    <p:spTree>
      <p:nvGrpSpPr>
        <p:cNvPr id="1" name=""/>
        <p:cNvGrpSpPr/>
        <p:nvPr/>
      </p:nvGrpSpPr>
      <p:grpSpPr>
        <a:xfrm>
          <a:off x="0" y="0"/>
          <a:ext cx="0" cy="0"/>
          <a:chOff x="0" y="0"/>
          <a:chExt cx="0" cy="0"/>
        </a:xfrm>
      </p:grpSpPr>
      <p:sp>
        <p:nvSpPr>
          <p:cNvPr id="17"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133350" indent="-133350">
              <a:buNone/>
              <a:defRPr lang="fr-FR" sz="1400" b="0" baseline="0" dirty="0">
                <a:latin typeface="Lato" panose="020F0502020204030203" pitchFamily="34" charset="0"/>
                <a:ea typeface="Lato" panose="020F0502020204030203" pitchFamily="34" charset="0"/>
                <a:cs typeface="Lato" panose="020F0502020204030203" pitchFamily="34" charset="0"/>
              </a:defRPr>
            </a:lvl1pPr>
          </a:lstStyle>
          <a:p>
            <a:pPr marL="0" lvl="0" indent="0"/>
            <a:endParaRPr lang="fr-FR"/>
          </a:p>
        </p:txBody>
      </p:sp>
      <p:sp>
        <p:nvSpPr>
          <p:cNvPr id="13" name="Rectangle 12"/>
          <p:cNvSpPr/>
          <p:nvPr userDrawn="1"/>
        </p:nvSpPr>
        <p:spPr>
          <a:xfrm>
            <a:off x="791645" y="2149476"/>
            <a:ext cx="10591801" cy="10731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Lato" panose="020F0502020204030203" pitchFamily="34" charset="0"/>
              <a:ea typeface="Lato" panose="020F0502020204030203" pitchFamily="34" charset="0"/>
              <a:cs typeface="Lato" panose="020F0502020204030203" pitchFamily="34" charset="0"/>
            </a:endParaRPr>
          </a:p>
        </p:txBody>
      </p:sp>
      <p:pic>
        <p:nvPicPr>
          <p:cNvPr id="14" name="Picture 58"/>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106167" y="2186207"/>
            <a:ext cx="4189060" cy="3817837"/>
          </a:xfrm>
          <a:prstGeom prst="rect">
            <a:avLst/>
          </a:prstGeom>
        </p:spPr>
      </p:pic>
      <p:sp>
        <p:nvSpPr>
          <p:cNvPr id="15" name="图片占位符 1"/>
          <p:cNvSpPr>
            <a:spLocks noGrp="1"/>
          </p:cNvSpPr>
          <p:nvPr>
            <p:ph type="pic" sz="quarter" idx="11"/>
          </p:nvPr>
        </p:nvSpPr>
        <p:spPr>
          <a:xfrm>
            <a:off x="5315481" y="2623611"/>
            <a:ext cx="1631419" cy="2176195"/>
          </a:xfrm>
          <a:custGeom>
            <a:avLst/>
            <a:gdLst>
              <a:gd name="connsiteX0" fmla="*/ 0 w 5173598"/>
              <a:gd name="connsiteY0" fmla="*/ 0 h 13716000"/>
              <a:gd name="connsiteX1" fmla="*/ 5173598 w 5173598"/>
              <a:gd name="connsiteY1" fmla="*/ 0 h 13716000"/>
              <a:gd name="connsiteX2" fmla="*/ 5173598 w 5173598"/>
              <a:gd name="connsiteY2" fmla="*/ 13716000 h 13716000"/>
              <a:gd name="connsiteX3" fmla="*/ 0 w 5173598"/>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5173598" h="13716000">
                <a:moveTo>
                  <a:pt x="0" y="0"/>
                </a:moveTo>
                <a:lnTo>
                  <a:pt x="5173598" y="0"/>
                </a:lnTo>
                <a:lnTo>
                  <a:pt x="5173598" y="13716000"/>
                </a:lnTo>
                <a:lnTo>
                  <a:pt x="0" y="13716000"/>
                </a:lnTo>
                <a:close/>
              </a:path>
            </a:pathLst>
          </a:custGeom>
        </p:spPr>
      </p:sp>
      <p:sp>
        <p:nvSpPr>
          <p:cNvPr id="12"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1"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8"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3"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Cliquez et modifiez le titre</a:t>
            </a:r>
          </a:p>
        </p:txBody>
      </p:sp>
    </p:spTree>
    <p:extLst>
      <p:ext uri="{BB962C8B-B14F-4D97-AF65-F5344CB8AC3E}">
        <p14:creationId xmlns:p14="http://schemas.microsoft.com/office/powerpoint/2010/main" val="3049920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re et contenu 1 colonne">
    <p:spTree>
      <p:nvGrpSpPr>
        <p:cNvPr id="1" name=""/>
        <p:cNvGrpSpPr/>
        <p:nvPr/>
      </p:nvGrpSpPr>
      <p:grpSpPr>
        <a:xfrm>
          <a:off x="0" y="0"/>
          <a:ext cx="0" cy="0"/>
          <a:chOff x="0" y="0"/>
          <a:chExt cx="0" cy="0"/>
        </a:xfrm>
      </p:grpSpPr>
      <p:sp>
        <p:nvSpPr>
          <p:cNvPr id="18"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133350" indent="-133350">
              <a:buNone/>
              <a:defRPr lang="fr-FR" sz="1400" b="0" baseline="0" dirty="0">
                <a:latin typeface="Lato" panose="020F0502020204030203" pitchFamily="34" charset="0"/>
                <a:ea typeface="Lato" panose="020F0502020204030203" pitchFamily="34" charset="0"/>
                <a:cs typeface="Lato" panose="020F0502020204030203" pitchFamily="34" charset="0"/>
              </a:defRPr>
            </a:lvl1pPr>
          </a:lstStyle>
          <a:p>
            <a:pPr marL="0" lvl="0" indent="0"/>
            <a:endParaRPr lang="fr-FR"/>
          </a:p>
        </p:txBody>
      </p:sp>
      <p:sp>
        <p:nvSpPr>
          <p:cNvPr id="13" name="图片占位符 1"/>
          <p:cNvSpPr>
            <a:spLocks noGrp="1"/>
          </p:cNvSpPr>
          <p:nvPr>
            <p:ph type="pic" sz="quarter" idx="11"/>
          </p:nvPr>
        </p:nvSpPr>
        <p:spPr>
          <a:xfrm>
            <a:off x="1814287" y="2501901"/>
            <a:ext cx="1631419" cy="2176195"/>
          </a:xfrm>
          <a:custGeom>
            <a:avLst/>
            <a:gdLst>
              <a:gd name="connsiteX0" fmla="*/ 0 w 5173598"/>
              <a:gd name="connsiteY0" fmla="*/ 0 h 13716000"/>
              <a:gd name="connsiteX1" fmla="*/ 5173598 w 5173598"/>
              <a:gd name="connsiteY1" fmla="*/ 0 h 13716000"/>
              <a:gd name="connsiteX2" fmla="*/ 5173598 w 5173598"/>
              <a:gd name="connsiteY2" fmla="*/ 13716000 h 13716000"/>
              <a:gd name="connsiteX3" fmla="*/ 0 w 5173598"/>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5173598" h="13716000">
                <a:moveTo>
                  <a:pt x="0" y="0"/>
                </a:moveTo>
                <a:lnTo>
                  <a:pt x="5173598" y="0"/>
                </a:lnTo>
                <a:lnTo>
                  <a:pt x="5173598" y="13716000"/>
                </a:lnTo>
                <a:lnTo>
                  <a:pt x="0" y="13716000"/>
                </a:lnTo>
                <a:close/>
              </a:path>
            </a:pathLst>
          </a:custGeom>
        </p:spPr>
      </p:sp>
      <p:sp>
        <p:nvSpPr>
          <p:cNvPr id="14" name="Freeform 99"/>
          <p:cNvSpPr/>
          <p:nvPr userDrawn="1"/>
        </p:nvSpPr>
        <p:spPr>
          <a:xfrm>
            <a:off x="3381672" y="2123366"/>
            <a:ext cx="2596896" cy="1947672"/>
          </a:xfrm>
          <a:custGeom>
            <a:avLst/>
            <a:gdLst>
              <a:gd name="connsiteX0" fmla="*/ 0 w 2143140"/>
              <a:gd name="connsiteY0" fmla="*/ 1071569 h 2143138"/>
              <a:gd name="connsiteX1" fmla="*/ 5165 w 2143140"/>
              <a:gd name="connsiteY1" fmla="*/ 966534 h 2143138"/>
              <a:gd name="connsiteX2" fmla="*/ 20585 w 2143140"/>
              <a:gd name="connsiteY2" fmla="*/ 862517 h 2143138"/>
              <a:gd name="connsiteX3" fmla="*/ 46142 w 2143140"/>
              <a:gd name="connsiteY3" fmla="*/ 760514 h 2143138"/>
              <a:gd name="connsiteX4" fmla="*/ 81568 w 2143140"/>
              <a:gd name="connsiteY4" fmla="*/ 661501 h 2143138"/>
              <a:gd name="connsiteX5" fmla="*/ 126531 w 2143140"/>
              <a:gd name="connsiteY5" fmla="*/ 566431 h 2143138"/>
              <a:gd name="connsiteX6" fmla="*/ 180592 w 2143140"/>
              <a:gd name="connsiteY6" fmla="*/ 476237 h 2143138"/>
              <a:gd name="connsiteX7" fmla="*/ 243236 w 2143140"/>
              <a:gd name="connsiteY7" fmla="*/ 391776 h 2143138"/>
              <a:gd name="connsiteX8" fmla="*/ 313856 w 2143140"/>
              <a:gd name="connsiteY8" fmla="*/ 313855 h 2143138"/>
              <a:gd name="connsiteX9" fmla="*/ 391777 w 2143140"/>
              <a:gd name="connsiteY9" fmla="*/ 243235 h 2143138"/>
              <a:gd name="connsiteX10" fmla="*/ 476238 w 2143140"/>
              <a:gd name="connsiteY10" fmla="*/ 180591 h 2143138"/>
              <a:gd name="connsiteX11" fmla="*/ 566432 w 2143140"/>
              <a:gd name="connsiteY11" fmla="*/ 126531 h 2143138"/>
              <a:gd name="connsiteX12" fmla="*/ 661502 w 2143140"/>
              <a:gd name="connsiteY12" fmla="*/ 81568 h 2143138"/>
              <a:gd name="connsiteX13" fmla="*/ 760515 w 2143140"/>
              <a:gd name="connsiteY13" fmla="*/ 46142 h 2143138"/>
              <a:gd name="connsiteX14" fmla="*/ 862517 w 2143140"/>
              <a:gd name="connsiteY14" fmla="*/ 20585 h 2143138"/>
              <a:gd name="connsiteX15" fmla="*/ 966535 w 2143140"/>
              <a:gd name="connsiteY15" fmla="*/ 5165 h 2143138"/>
              <a:gd name="connsiteX16" fmla="*/ 1071570 w 2143140"/>
              <a:gd name="connsiteY16" fmla="*/ 0 h 2143138"/>
              <a:gd name="connsiteX17" fmla="*/ 1176605 w 2143140"/>
              <a:gd name="connsiteY17" fmla="*/ 5165 h 2143138"/>
              <a:gd name="connsiteX18" fmla="*/ 1280623 w 2143140"/>
              <a:gd name="connsiteY18" fmla="*/ 20585 h 2143138"/>
              <a:gd name="connsiteX19" fmla="*/ 1382625 w 2143140"/>
              <a:gd name="connsiteY19" fmla="*/ 46142 h 2143138"/>
              <a:gd name="connsiteX20" fmla="*/ 1481638 w 2143140"/>
              <a:gd name="connsiteY20" fmla="*/ 81568 h 2143138"/>
              <a:gd name="connsiteX21" fmla="*/ 1576708 w 2143140"/>
              <a:gd name="connsiteY21" fmla="*/ 126531 h 2143138"/>
              <a:gd name="connsiteX22" fmla="*/ 1666902 w 2143140"/>
              <a:gd name="connsiteY22" fmla="*/ 180591 h 2143138"/>
              <a:gd name="connsiteX23" fmla="*/ 1751363 w 2143140"/>
              <a:gd name="connsiteY23" fmla="*/ 243235 h 2143138"/>
              <a:gd name="connsiteX24" fmla="*/ 1829284 w 2143140"/>
              <a:gd name="connsiteY24" fmla="*/ 313855 h 2143138"/>
              <a:gd name="connsiteX25" fmla="*/ 1899904 w 2143140"/>
              <a:gd name="connsiteY25" fmla="*/ 391776 h 2143138"/>
              <a:gd name="connsiteX26" fmla="*/ 1962548 w 2143140"/>
              <a:gd name="connsiteY26" fmla="*/ 476237 h 2143138"/>
              <a:gd name="connsiteX27" fmla="*/ 2016609 w 2143140"/>
              <a:gd name="connsiteY27" fmla="*/ 566431 h 2143138"/>
              <a:gd name="connsiteX28" fmla="*/ 2061572 w 2143140"/>
              <a:gd name="connsiteY28" fmla="*/ 661501 h 2143138"/>
              <a:gd name="connsiteX29" fmla="*/ 2096998 w 2143140"/>
              <a:gd name="connsiteY29" fmla="*/ 760514 h 2143138"/>
              <a:gd name="connsiteX30" fmla="*/ 2122555 w 2143140"/>
              <a:gd name="connsiteY30" fmla="*/ 862517 h 2143138"/>
              <a:gd name="connsiteX31" fmla="*/ 2137975 w 2143140"/>
              <a:gd name="connsiteY31" fmla="*/ 966534 h 2143138"/>
              <a:gd name="connsiteX32" fmla="*/ 2143140 w 2143140"/>
              <a:gd name="connsiteY32" fmla="*/ 1071569 h 2143138"/>
              <a:gd name="connsiteX33" fmla="*/ 2137975 w 2143140"/>
              <a:gd name="connsiteY33" fmla="*/ 1176604 h 2143138"/>
              <a:gd name="connsiteX34" fmla="*/ 2122555 w 2143140"/>
              <a:gd name="connsiteY34" fmla="*/ 1280621 h 2143138"/>
              <a:gd name="connsiteX35" fmla="*/ 2096998 w 2143140"/>
              <a:gd name="connsiteY35" fmla="*/ 1382624 h 2143138"/>
              <a:gd name="connsiteX36" fmla="*/ 2061572 w 2143140"/>
              <a:gd name="connsiteY36" fmla="*/ 1481637 h 2143138"/>
              <a:gd name="connsiteX37" fmla="*/ 2016609 w 2143140"/>
              <a:gd name="connsiteY37" fmla="*/ 1576707 h 2143138"/>
              <a:gd name="connsiteX38" fmla="*/ 1962548 w 2143140"/>
              <a:gd name="connsiteY38" fmla="*/ 1666901 h 2143138"/>
              <a:gd name="connsiteX39" fmla="*/ 1899904 w 2143140"/>
              <a:gd name="connsiteY39" fmla="*/ 1751362 h 2143138"/>
              <a:gd name="connsiteX40" fmla="*/ 1829284 w 2143140"/>
              <a:gd name="connsiteY40" fmla="*/ 1829283 h 2143138"/>
              <a:gd name="connsiteX41" fmla="*/ 1751363 w 2143140"/>
              <a:gd name="connsiteY41" fmla="*/ 1899903 h 2143138"/>
              <a:gd name="connsiteX42" fmla="*/ 1666902 w 2143140"/>
              <a:gd name="connsiteY42" fmla="*/ 1962547 h 2143138"/>
              <a:gd name="connsiteX43" fmla="*/ 1576708 w 2143140"/>
              <a:gd name="connsiteY43" fmla="*/ 2016607 h 2143138"/>
              <a:gd name="connsiteX44" fmla="*/ 1481638 w 2143140"/>
              <a:gd name="connsiteY44" fmla="*/ 2061570 h 2143138"/>
              <a:gd name="connsiteX45" fmla="*/ 1382625 w 2143140"/>
              <a:gd name="connsiteY45" fmla="*/ 2096996 h 2143138"/>
              <a:gd name="connsiteX46" fmla="*/ 1280623 w 2143140"/>
              <a:gd name="connsiteY46" fmla="*/ 2122553 h 2143138"/>
              <a:gd name="connsiteX47" fmla="*/ 1176605 w 2143140"/>
              <a:gd name="connsiteY47" fmla="*/ 2137973 h 2143138"/>
              <a:gd name="connsiteX48" fmla="*/ 1071570 w 2143140"/>
              <a:gd name="connsiteY48" fmla="*/ 2143138 h 2143138"/>
              <a:gd name="connsiteX49" fmla="*/ 966535 w 2143140"/>
              <a:gd name="connsiteY49" fmla="*/ 2137973 h 2143138"/>
              <a:gd name="connsiteX50" fmla="*/ 862517 w 2143140"/>
              <a:gd name="connsiteY50" fmla="*/ 2122553 h 2143138"/>
              <a:gd name="connsiteX51" fmla="*/ 760515 w 2143140"/>
              <a:gd name="connsiteY51" fmla="*/ 2096996 h 2143138"/>
              <a:gd name="connsiteX52" fmla="*/ 661502 w 2143140"/>
              <a:gd name="connsiteY52" fmla="*/ 2061570 h 2143138"/>
              <a:gd name="connsiteX53" fmla="*/ 566432 w 2143140"/>
              <a:gd name="connsiteY53" fmla="*/ 2016607 h 2143138"/>
              <a:gd name="connsiteX54" fmla="*/ 476238 w 2143140"/>
              <a:gd name="connsiteY54" fmla="*/ 1962547 h 2143138"/>
              <a:gd name="connsiteX55" fmla="*/ 391777 w 2143140"/>
              <a:gd name="connsiteY55" fmla="*/ 1899903 h 2143138"/>
              <a:gd name="connsiteX56" fmla="*/ 313856 w 2143140"/>
              <a:gd name="connsiteY56" fmla="*/ 1829283 h 2143138"/>
              <a:gd name="connsiteX57" fmla="*/ 243236 w 2143140"/>
              <a:gd name="connsiteY57" fmla="*/ 1751362 h 2143138"/>
              <a:gd name="connsiteX58" fmla="*/ 180592 w 2143140"/>
              <a:gd name="connsiteY58" fmla="*/ 1666901 h 2143138"/>
              <a:gd name="connsiteX59" fmla="*/ 126531 w 2143140"/>
              <a:gd name="connsiteY59" fmla="*/ 1576707 h 2143138"/>
              <a:gd name="connsiteX60" fmla="*/ 81568 w 2143140"/>
              <a:gd name="connsiteY60" fmla="*/ 1481637 h 2143138"/>
              <a:gd name="connsiteX61" fmla="*/ 46142 w 2143140"/>
              <a:gd name="connsiteY61" fmla="*/ 1382624 h 2143138"/>
              <a:gd name="connsiteX62" fmla="*/ 20585 w 2143140"/>
              <a:gd name="connsiteY62" fmla="*/ 1280621 h 2143138"/>
              <a:gd name="connsiteX63" fmla="*/ 5165 w 2143140"/>
              <a:gd name="connsiteY63" fmla="*/ 1176604 h 2143138"/>
              <a:gd name="connsiteX64" fmla="*/ 0 w 2143140"/>
              <a:gd name="connsiteY64" fmla="*/ 1071569 h 214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143140" h="2143138">
                <a:moveTo>
                  <a:pt x="0" y="1071569"/>
                </a:moveTo>
                <a:lnTo>
                  <a:pt x="5165" y="966534"/>
                </a:lnTo>
                <a:lnTo>
                  <a:pt x="20585" y="862517"/>
                </a:lnTo>
                <a:lnTo>
                  <a:pt x="46142" y="760514"/>
                </a:lnTo>
                <a:lnTo>
                  <a:pt x="81568" y="661501"/>
                </a:lnTo>
                <a:lnTo>
                  <a:pt x="126531" y="566431"/>
                </a:lnTo>
                <a:lnTo>
                  <a:pt x="180592" y="476237"/>
                </a:lnTo>
                <a:lnTo>
                  <a:pt x="243236" y="391776"/>
                </a:lnTo>
                <a:lnTo>
                  <a:pt x="313856" y="313855"/>
                </a:lnTo>
                <a:lnTo>
                  <a:pt x="391777" y="243235"/>
                </a:lnTo>
                <a:lnTo>
                  <a:pt x="476238" y="180591"/>
                </a:lnTo>
                <a:lnTo>
                  <a:pt x="566432" y="126531"/>
                </a:lnTo>
                <a:lnTo>
                  <a:pt x="661502" y="81568"/>
                </a:lnTo>
                <a:lnTo>
                  <a:pt x="760515" y="46142"/>
                </a:lnTo>
                <a:lnTo>
                  <a:pt x="862517" y="20585"/>
                </a:lnTo>
                <a:lnTo>
                  <a:pt x="966535" y="5165"/>
                </a:lnTo>
                <a:lnTo>
                  <a:pt x="1071570" y="0"/>
                </a:lnTo>
                <a:lnTo>
                  <a:pt x="1176605" y="5165"/>
                </a:lnTo>
                <a:lnTo>
                  <a:pt x="1280623" y="20585"/>
                </a:lnTo>
                <a:lnTo>
                  <a:pt x="1382625" y="46142"/>
                </a:lnTo>
                <a:lnTo>
                  <a:pt x="1481638" y="81568"/>
                </a:lnTo>
                <a:lnTo>
                  <a:pt x="1576708" y="126531"/>
                </a:lnTo>
                <a:lnTo>
                  <a:pt x="1666902" y="180591"/>
                </a:lnTo>
                <a:lnTo>
                  <a:pt x="1751363" y="243235"/>
                </a:lnTo>
                <a:lnTo>
                  <a:pt x="1829284" y="313855"/>
                </a:lnTo>
                <a:lnTo>
                  <a:pt x="1899904" y="391776"/>
                </a:lnTo>
                <a:lnTo>
                  <a:pt x="1962548" y="476237"/>
                </a:lnTo>
                <a:lnTo>
                  <a:pt x="2016609" y="566431"/>
                </a:lnTo>
                <a:lnTo>
                  <a:pt x="2061572" y="661501"/>
                </a:lnTo>
                <a:lnTo>
                  <a:pt x="2096998" y="760514"/>
                </a:lnTo>
                <a:lnTo>
                  <a:pt x="2122555" y="862517"/>
                </a:lnTo>
                <a:lnTo>
                  <a:pt x="2137975" y="966534"/>
                </a:lnTo>
                <a:lnTo>
                  <a:pt x="2143140" y="1071569"/>
                </a:lnTo>
                <a:lnTo>
                  <a:pt x="2137975" y="1176604"/>
                </a:lnTo>
                <a:lnTo>
                  <a:pt x="2122555" y="1280621"/>
                </a:lnTo>
                <a:lnTo>
                  <a:pt x="2096998" y="1382624"/>
                </a:lnTo>
                <a:lnTo>
                  <a:pt x="2061572" y="1481637"/>
                </a:lnTo>
                <a:lnTo>
                  <a:pt x="2016609" y="1576707"/>
                </a:lnTo>
                <a:lnTo>
                  <a:pt x="1962548" y="1666901"/>
                </a:lnTo>
                <a:lnTo>
                  <a:pt x="1899904" y="1751362"/>
                </a:lnTo>
                <a:lnTo>
                  <a:pt x="1829284" y="1829283"/>
                </a:lnTo>
                <a:lnTo>
                  <a:pt x="1751363" y="1899903"/>
                </a:lnTo>
                <a:lnTo>
                  <a:pt x="1666902" y="1962547"/>
                </a:lnTo>
                <a:lnTo>
                  <a:pt x="1576708" y="2016607"/>
                </a:lnTo>
                <a:lnTo>
                  <a:pt x="1481638" y="2061570"/>
                </a:lnTo>
                <a:lnTo>
                  <a:pt x="1382625" y="2096996"/>
                </a:lnTo>
                <a:lnTo>
                  <a:pt x="1280623" y="2122553"/>
                </a:lnTo>
                <a:lnTo>
                  <a:pt x="1176605" y="2137973"/>
                </a:lnTo>
                <a:lnTo>
                  <a:pt x="1071570" y="2143138"/>
                </a:lnTo>
                <a:lnTo>
                  <a:pt x="966535" y="2137973"/>
                </a:lnTo>
                <a:lnTo>
                  <a:pt x="862517" y="2122553"/>
                </a:lnTo>
                <a:lnTo>
                  <a:pt x="760515" y="2096996"/>
                </a:lnTo>
                <a:lnTo>
                  <a:pt x="661502" y="2061570"/>
                </a:lnTo>
                <a:lnTo>
                  <a:pt x="566432" y="2016607"/>
                </a:lnTo>
                <a:lnTo>
                  <a:pt x="476238" y="1962547"/>
                </a:lnTo>
                <a:lnTo>
                  <a:pt x="391777" y="1899903"/>
                </a:lnTo>
                <a:lnTo>
                  <a:pt x="313856" y="1829283"/>
                </a:lnTo>
                <a:lnTo>
                  <a:pt x="243236" y="1751362"/>
                </a:lnTo>
                <a:lnTo>
                  <a:pt x="180592" y="1666901"/>
                </a:lnTo>
                <a:lnTo>
                  <a:pt x="126531" y="1576707"/>
                </a:lnTo>
                <a:lnTo>
                  <a:pt x="81568" y="1481637"/>
                </a:lnTo>
                <a:lnTo>
                  <a:pt x="46142" y="1382624"/>
                </a:lnTo>
                <a:lnTo>
                  <a:pt x="20585" y="1280621"/>
                </a:lnTo>
                <a:lnTo>
                  <a:pt x="5165" y="1176604"/>
                </a:lnTo>
                <a:lnTo>
                  <a:pt x="0" y="1071569"/>
                </a:lnTo>
                <a:close/>
              </a:path>
            </a:pathLst>
          </a:custGeom>
          <a:solidFill>
            <a:schemeClr val="accent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x-none" sz="1800">
              <a:latin typeface="Lato" panose="020F0502020204030203" pitchFamily="34" charset="0"/>
              <a:ea typeface="Lato" panose="020F0502020204030203" pitchFamily="34" charset="0"/>
              <a:cs typeface="Lato" panose="020F0502020204030203" pitchFamily="34" charset="0"/>
            </a:endParaRPr>
          </a:p>
        </p:txBody>
      </p:sp>
      <p:pic>
        <p:nvPicPr>
          <p:cNvPr id="15" name="Picture 1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02146" y="2064732"/>
            <a:ext cx="4189060" cy="3817837"/>
          </a:xfrm>
          <a:prstGeom prst="rect">
            <a:avLst/>
          </a:prstGeom>
        </p:spPr>
      </p:pic>
      <p:sp>
        <p:nvSpPr>
          <p:cNvPr id="16" name="Shape 41"/>
          <p:cNvSpPr/>
          <p:nvPr userDrawn="1"/>
        </p:nvSpPr>
        <p:spPr bwMode="auto">
          <a:xfrm>
            <a:off x="0" y="-1"/>
            <a:ext cx="230981" cy="696531"/>
          </a:xfrm>
          <a:prstGeom prst="rect">
            <a:avLst/>
          </a:prstGeom>
          <a:solidFill>
            <a:schemeClr val="accent1"/>
          </a:solidFill>
          <a:ln w="3175" cap="flat">
            <a:noFill/>
            <a:miter lim="400000"/>
          </a:ln>
          <a:effectLst/>
        </p:spPr>
        <p:txBody>
          <a:bodyPr lIns="19050" tIns="19050" rIns="19050" bIns="19050" anchor="ctr"/>
          <a:lstStyle/>
          <a:p>
            <a:pPr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11" name="Espace réservé du numéro de diapositive 5"/>
          <p:cNvSpPr>
            <a:spLocks noGrp="1"/>
          </p:cNvSpPr>
          <p:nvPr>
            <p:ph type="sldNum" sz="quarter" idx="4"/>
          </p:nvPr>
        </p:nvSpPr>
        <p:spPr>
          <a:xfrm>
            <a:off x="11614898" y="286759"/>
            <a:ext cx="367191" cy="335373"/>
          </a:xfrm>
          <a:prstGeom prst="rect">
            <a:avLst/>
          </a:prstGeom>
        </p:spPr>
        <p:txBody>
          <a:bodyPr vert="horz" lIns="0" tIns="0" rIns="0" bIns="46800" rtlCol="0" anchor="t" anchorCtr="0"/>
          <a:lstStyle>
            <a:lvl1pPr algn="r">
              <a:defRPr sz="900" b="0" i="0">
                <a:solidFill>
                  <a:schemeClr val="tx1">
                    <a:tint val="75000"/>
                  </a:schemeClr>
                </a:solidFill>
                <a:latin typeface="Lato" panose="020F0502020204030203" pitchFamily="34" charset="0"/>
                <a:ea typeface="Lato" panose="020F0502020204030203" pitchFamily="34" charset="0"/>
                <a:cs typeface="Lato" panose="020F0502020204030203" pitchFamily="34" charset="0"/>
              </a:defRPr>
            </a:lvl1pPr>
          </a:lstStyle>
          <a:p>
            <a:fld id="{AA8F62E4-E46B-494F-B7FF-31133B2E54E1}" type="slidenum">
              <a:rPr lang="fr-FR" smtClean="0"/>
              <a:pPr/>
              <a:t>‹#›</a:t>
            </a:fld>
            <a:endParaRPr lang="fr-FR"/>
          </a:p>
        </p:txBody>
      </p:sp>
      <p:sp>
        <p:nvSpPr>
          <p:cNvPr id="19" name="Shape 63"/>
          <p:cNvSpPr>
            <a:spLocks noChangeArrowheads="1"/>
          </p:cNvSpPr>
          <p:nvPr userDrawn="1"/>
        </p:nvSpPr>
        <p:spPr bwMode="auto">
          <a:xfrm>
            <a:off x="12035704" y="349288"/>
            <a:ext cx="156296" cy="44451"/>
          </a:xfrm>
          <a:prstGeom prst="rect">
            <a:avLst/>
          </a:prstGeom>
          <a:solidFill>
            <a:srgbClr val="D01334"/>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algn="ctr" defTabSz="309555" fontAlgn="base" hangingPunct="0">
              <a:spcBef>
                <a:spcPct val="0"/>
              </a:spcBef>
              <a:spcAft>
                <a:spcPct val="0"/>
              </a:spcAft>
            </a:pPr>
            <a:endParaRPr lang="fr-FR" sz="1200" b="0" i="0">
              <a:solidFill>
                <a:srgbClr val="FFFFFF"/>
              </a:solidFill>
              <a:latin typeface="Lato" panose="020F0502020204030203" pitchFamily="34" charset="0"/>
              <a:ea typeface="Lato" panose="020F0502020204030203" pitchFamily="34" charset="0"/>
              <a:cs typeface="Lato" panose="020F0502020204030203" pitchFamily="34" charset="0"/>
              <a:sym typeface="Helvetica Light" charset="0"/>
            </a:endParaRPr>
          </a:p>
        </p:txBody>
      </p:sp>
      <p:sp>
        <p:nvSpPr>
          <p:cNvPr id="23" name="Titre 1"/>
          <p:cNvSpPr>
            <a:spLocks noGrp="1"/>
          </p:cNvSpPr>
          <p:nvPr>
            <p:ph type="title"/>
          </p:nvPr>
        </p:nvSpPr>
        <p:spPr>
          <a:xfrm>
            <a:off x="287868" y="342372"/>
            <a:ext cx="10451253" cy="1022348"/>
          </a:xfrm>
          <a:prstGeom prst="rect">
            <a:avLst/>
          </a:prstGeom>
        </p:spPr>
        <p:txBody>
          <a:bodyPr/>
          <a:lstStyle>
            <a:lvl1pPr>
              <a:defRPr sz="2800" b="0">
                <a:latin typeface="Lato" panose="020F0502020204030203" pitchFamily="34" charset="0"/>
                <a:ea typeface="Lato" panose="020F0502020204030203" pitchFamily="34" charset="0"/>
                <a:cs typeface="Lato" panose="020F0502020204030203" pitchFamily="34" charset="0"/>
              </a:defRPr>
            </a:lvl1pPr>
          </a:lstStyle>
          <a:p>
            <a:r>
              <a:rPr lang="fr-FR"/>
              <a:t>Cliquez et modifiez le titre</a:t>
            </a:r>
          </a:p>
        </p:txBody>
      </p:sp>
    </p:spTree>
    <p:extLst>
      <p:ext uri="{BB962C8B-B14F-4D97-AF65-F5344CB8AC3E}">
        <p14:creationId xmlns:p14="http://schemas.microsoft.com/office/powerpoint/2010/main" val="323112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age vier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A9ECAF-765C-47E8-A167-7C2A28244A2C}"/>
              </a:ext>
            </a:extLst>
          </p:cNvPr>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3" name="ZoneTexte 27">
            <a:extLst>
              <a:ext uri="{FF2B5EF4-FFF2-40B4-BE49-F238E27FC236}">
                <a16:creationId xmlns:a16="http://schemas.microsoft.com/office/drawing/2014/main" id="{370B4422-1D09-488A-804D-4F8AFE4341B7}"/>
              </a:ext>
            </a:extLst>
          </p:cNvPr>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a:solidFill>
                <a:schemeClr val="tx2"/>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22148545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ext">
    <p:bg>
      <p:bgPr>
        <a:solidFill>
          <a:schemeClr val="bg2"/>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3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358140" y="2085628"/>
            <a:ext cx="11475720" cy="4089131"/>
          </a:xfrm>
        </p:spPr>
        <p:txBody>
          <a:bodyPr/>
          <a:lstStyle>
            <a:lvl1pPr>
              <a:lnSpc>
                <a:spcPct val="100000"/>
              </a:lnSpc>
              <a:spcBef>
                <a:spcPts val="0"/>
              </a:spcBef>
              <a:spcAft>
                <a:spcPts val="0"/>
              </a:spcAft>
              <a:defRPr sz="2000">
                <a:latin typeface="+mn-lt"/>
                <a:ea typeface="+mn-ea"/>
                <a:cs typeface="+mn-cs"/>
                <a:sym typeface="+mn-lt"/>
              </a:defRPr>
            </a:lvl1pPr>
            <a:lvl2pPr>
              <a:lnSpc>
                <a:spcPct val="100000"/>
              </a:lnSpc>
              <a:spcBef>
                <a:spcPts val="0"/>
              </a:spcBef>
              <a:spcAft>
                <a:spcPts val="0"/>
              </a:spcAft>
              <a:defRPr sz="2000">
                <a:latin typeface="+mn-lt"/>
                <a:ea typeface="+mn-ea"/>
                <a:cs typeface="+mn-cs"/>
                <a:sym typeface="+mn-lt"/>
              </a:defRPr>
            </a:lvl2pPr>
            <a:lvl3pPr>
              <a:lnSpc>
                <a:spcPct val="100000"/>
              </a:lnSpc>
              <a:spcBef>
                <a:spcPts val="0"/>
              </a:spcBef>
              <a:spcAft>
                <a:spcPts val="0"/>
              </a:spcAft>
              <a:defRPr sz="2000">
                <a:latin typeface="+mn-lt"/>
                <a:ea typeface="+mn-ea"/>
                <a:cs typeface="+mn-cs"/>
                <a:sym typeface="+mn-lt"/>
              </a:defRPr>
            </a:lvl3pPr>
            <a:lvl4pPr>
              <a:lnSpc>
                <a:spcPct val="100000"/>
              </a:lnSpc>
              <a:spcBef>
                <a:spcPts val="0"/>
              </a:spcBef>
              <a:spcAft>
                <a:spcPts val="0"/>
              </a:spcAft>
              <a:defRPr sz="2800">
                <a:latin typeface="+mn-lt"/>
                <a:ea typeface="+mn-ea"/>
                <a:cs typeface="+mn-cs"/>
                <a:sym typeface="+mn-lt"/>
              </a:defRPr>
            </a:lvl4pPr>
            <a:lvl5pPr>
              <a:lnSpc>
                <a:spcPct val="100000"/>
              </a:lnSpc>
              <a:spcBef>
                <a:spcPts val="0"/>
              </a:spcBef>
              <a:spcAft>
                <a:spcPts val="0"/>
              </a:spcAft>
              <a:defRPr sz="2800">
                <a:latin typeface="+mn-lt"/>
                <a:ea typeface="+mn-ea"/>
                <a:cs typeface="+mn-cs"/>
                <a:sym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358141" y="467333"/>
            <a:ext cx="9825665" cy="470898"/>
          </a:xfrm>
        </p:spPr>
        <p:txBody>
          <a:bodyPr/>
          <a:lstStyle>
            <a:lvl1pPr>
              <a:defRPr sz="3400">
                <a:solidFill>
                  <a:schemeClr val="tx1"/>
                </a:solidFill>
                <a:latin typeface="+mj-lt"/>
                <a:ea typeface="+mj-ea"/>
                <a:cs typeface="+mj-cs"/>
                <a:sym typeface="+mj-lt"/>
              </a:defRPr>
            </a:lvl1pPr>
          </a:lstStyle>
          <a:p>
            <a:r>
              <a:rPr lang="en-US"/>
              <a:t>Click to add title</a:t>
            </a:r>
          </a:p>
        </p:txBody>
      </p:sp>
      <p:sp>
        <p:nvSpPr>
          <p:cNvPr id="11" name="Copyright"/>
          <p:cNvSpPr txBox="1"/>
          <p:nvPr userDrawn="1"/>
        </p:nvSpPr>
        <p:spPr>
          <a:xfrm rot="16200000">
            <a:off x="9486900" y="3887873"/>
            <a:ext cx="5133975" cy="166199"/>
          </a:xfrm>
          <a:prstGeom prst="rect">
            <a:avLst/>
          </a:prstGeom>
          <a:noFill/>
        </p:spPr>
        <p:txBody>
          <a:bodyPr wrap="square" lIns="0" tIns="0" rIns="0" bIns="0" rtlCol="0" anchor="t">
            <a:spAutoFit/>
          </a:bodyPr>
          <a:lstStyle/>
          <a:p>
            <a:pPr>
              <a:lnSpc>
                <a:spcPct val="90000"/>
              </a:lnSpc>
              <a:spcAft>
                <a:spcPts val="600"/>
              </a:spcAft>
            </a:pPr>
            <a:r>
              <a:rPr lang="en-US" sz="600">
                <a:solidFill>
                  <a:schemeClr val="bg1">
                    <a:lumMod val="50000"/>
                  </a:schemeClr>
                </a:solidFill>
                <a:latin typeface="+mn-lt"/>
                <a:ea typeface="+mn-ea"/>
                <a:cs typeface="+mn-cs"/>
                <a:sym typeface="+mn-lt"/>
              </a:rPr>
              <a:t>Confidential – Do Not Distribute. Working draft for discussion purposes only. Information contained in this document does not imply that decisions have been made to take specific action. Any decisions / implementation actions will take place within the required social and legal processes</a:t>
            </a:r>
          </a:p>
        </p:txBody>
      </p:sp>
      <p:sp>
        <p:nvSpPr>
          <p:cNvPr id="18" name="Rectangle 17"/>
          <p:cNvSpPr/>
          <p:nvPr userDrawn="1"/>
        </p:nvSpPr>
        <p:spPr>
          <a:xfrm>
            <a:off x="0" y="0"/>
            <a:ext cx="214313" cy="833438"/>
          </a:xfrm>
          <a:prstGeom prst="rect">
            <a:avLst/>
          </a:prstGeom>
          <a:solidFill>
            <a:srgbClr val="D0131A"/>
          </a:solidFill>
          <a:ln w="3175" cap="flat">
            <a:noFill/>
            <a:miter lim="400000"/>
          </a:ln>
          <a:effectLst/>
        </p:spPr>
        <p:txBody>
          <a:bodyPr lIns="19050" tIns="19050" rIns="19050" bIns="19050" anchor="ctr"/>
          <a:lstStyle/>
          <a:p>
            <a:pPr lvl="0" algn="ctr" defTabSz="309555" fontAlgn="base" hangingPunct="0">
              <a:spcBef>
                <a:spcPct val="0"/>
              </a:spcBef>
              <a:spcAft>
                <a:spcPct val="0"/>
              </a:spcAft>
            </a:pPr>
            <a:endParaRPr lang="fr-FR" sz="1200">
              <a:solidFill>
                <a:srgbClr val="2B72FF"/>
              </a:solidFill>
              <a:latin typeface="+mn-lt"/>
              <a:ea typeface="+mn-ea"/>
              <a:cs typeface="+mn-cs"/>
              <a:sym typeface="+mn-lt"/>
            </a:endParaRPr>
          </a:p>
        </p:txBody>
      </p:sp>
      <p:sp>
        <p:nvSpPr>
          <p:cNvPr id="19" name="Text Placeholder 27"/>
          <p:cNvSpPr>
            <a:spLocks noGrp="1"/>
          </p:cNvSpPr>
          <p:nvPr>
            <p:ph type="body" sz="quarter" idx="11" hasCustomPrompt="1"/>
          </p:nvPr>
        </p:nvSpPr>
        <p:spPr>
          <a:xfrm>
            <a:off x="358141" y="181933"/>
            <a:ext cx="9825665" cy="203133"/>
          </a:xfrm>
        </p:spPr>
        <p:txBody>
          <a:bodyPr>
            <a:noAutofit/>
          </a:bodyPr>
          <a:lstStyle>
            <a:lvl1pPr>
              <a:defRPr>
                <a:latin typeface="+mn-lt"/>
                <a:ea typeface="+mn-ea"/>
                <a:cs typeface="+mn-cs"/>
                <a:sym typeface="+mn-lt"/>
              </a:defRPr>
            </a:lvl1pPr>
          </a:lstStyle>
          <a:p>
            <a:pPr lvl="0"/>
            <a:r>
              <a:rPr lang="en-US"/>
              <a:t>Click to add text</a:t>
            </a:r>
          </a:p>
        </p:txBody>
      </p:sp>
    </p:spTree>
    <p:extLst>
      <p:ext uri="{BB962C8B-B14F-4D97-AF65-F5344CB8AC3E}">
        <p14:creationId xmlns:p14="http://schemas.microsoft.com/office/powerpoint/2010/main" val="34456788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p:cNvSpPr/>
          <p:nvPr userDrawn="1"/>
        </p:nvSpPr>
        <p:spPr>
          <a:xfrm>
            <a:off x="-1488" y="1933897"/>
            <a:ext cx="12192000" cy="2880000"/>
          </a:xfrm>
          <a:prstGeom prst="rect">
            <a:avLst/>
          </a:prstGeom>
          <a:solidFill>
            <a:srgbClr val="7E93A7"/>
          </a:solidFill>
          <a:ln>
            <a:noFill/>
          </a:ln>
        </p:spPr>
        <p:txBody>
          <a:bodyPr lIns="25400" tIns="25400" rIns="25400" bIns="25400" anchor="ctr"/>
          <a:lstStyle/>
          <a:p>
            <a:pPr lvl="0" algn="ctr" defTabSz="412730" fontAlgn="base" hangingPunct="0">
              <a:spcBef>
                <a:spcPct val="0"/>
              </a:spcBef>
              <a:spcAft>
                <a:spcPct val="0"/>
              </a:spcAft>
            </a:pPr>
            <a:endParaRPr lang="fr-FR" sz="1600">
              <a:solidFill>
                <a:srgbClr val="FFFFFF"/>
              </a:solidFill>
              <a:latin typeface="Lato" panose="020F0502020204030203" pitchFamily="34" charset="0"/>
              <a:ea typeface="Lato" panose="020F0502020204030203" pitchFamily="34" charset="0"/>
              <a:cs typeface="Lato" panose="020F0502020204030203" pitchFamily="34" charset="0"/>
            </a:endParaRPr>
          </a:p>
        </p:txBody>
      </p:sp>
      <p:grpSp>
        <p:nvGrpSpPr>
          <p:cNvPr id="10" name="Groupe 11"/>
          <p:cNvGrpSpPr/>
          <p:nvPr userDrawn="1"/>
        </p:nvGrpSpPr>
        <p:grpSpPr>
          <a:xfrm>
            <a:off x="700800" y="-1"/>
            <a:ext cx="1406000" cy="2309613"/>
            <a:chOff x="0" y="938990"/>
            <a:chExt cx="1054500" cy="1732210"/>
          </a:xfrm>
        </p:grpSpPr>
        <p:sp>
          <p:nvSpPr>
            <p:cNvPr id="11" name="Rectangle 10"/>
            <p:cNvSpPr/>
            <p:nvPr userDrawn="1"/>
          </p:nvSpPr>
          <p:spPr>
            <a:xfrm>
              <a:off x="0" y="938990"/>
              <a:ext cx="172800" cy="1732209"/>
            </a:xfrm>
            <a:prstGeom prst="rect">
              <a:avLst/>
            </a:prstGeom>
            <a:solidFill>
              <a:schemeClr val="accent1"/>
            </a:solidFill>
            <a:ln w="3175" cap="flat">
              <a:noFill/>
              <a:miter lim="400000"/>
            </a:ln>
            <a:effectLst/>
          </p:spPr>
          <p:txBody>
            <a:bodyPr lIns="19050" tIns="19050" rIns="19050" bIns="1905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2" name="Rectangle 11"/>
            <p:cNvSpPr/>
            <p:nvPr userDrawn="1"/>
          </p:nvSpPr>
          <p:spPr>
            <a:xfrm>
              <a:off x="220425" y="2386800"/>
              <a:ext cx="172800" cy="284400"/>
            </a:xfrm>
            <a:prstGeom prst="rect">
              <a:avLst/>
            </a:prstGeom>
            <a:solidFill>
              <a:schemeClr val="accent5"/>
            </a:solidFill>
            <a:ln w="3175" cap="flat">
              <a:noFill/>
              <a:miter lim="400000"/>
            </a:ln>
            <a:effectLst/>
          </p:spPr>
          <p:txBody>
            <a:bodyPr lIns="19050" tIns="19050" rIns="19050" bIns="1905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3" name="Rectangle 12"/>
            <p:cNvSpPr/>
            <p:nvPr userDrawn="1"/>
          </p:nvSpPr>
          <p:spPr>
            <a:xfrm>
              <a:off x="440850" y="2386800"/>
              <a:ext cx="172800" cy="284400"/>
            </a:xfrm>
            <a:prstGeom prst="rect">
              <a:avLst/>
            </a:prstGeom>
            <a:solidFill>
              <a:schemeClr val="bg1"/>
            </a:solidFill>
            <a:ln w="3175" cap="flat">
              <a:noFill/>
              <a:miter lim="400000"/>
            </a:ln>
            <a:effectLst/>
          </p:spPr>
          <p:txBody>
            <a:bodyPr lIns="19050" tIns="19050" rIns="19050" bIns="1905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4" name="Rectangle 13"/>
            <p:cNvSpPr/>
            <p:nvPr userDrawn="1"/>
          </p:nvSpPr>
          <p:spPr>
            <a:xfrm>
              <a:off x="661275" y="2386800"/>
              <a:ext cx="172800" cy="284400"/>
            </a:xfrm>
            <a:prstGeom prst="rect">
              <a:avLst/>
            </a:prstGeom>
            <a:solidFill>
              <a:schemeClr val="accent6"/>
            </a:solidFill>
            <a:ln w="3175" cap="flat">
              <a:noFill/>
              <a:miter lim="400000"/>
            </a:ln>
            <a:effectLst/>
          </p:spPr>
          <p:txBody>
            <a:bodyPr lIns="19050" tIns="19050" rIns="19050" bIns="1905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5" name="Rectangle 14"/>
            <p:cNvSpPr/>
            <p:nvPr userDrawn="1"/>
          </p:nvSpPr>
          <p:spPr>
            <a:xfrm>
              <a:off x="881700" y="2386800"/>
              <a:ext cx="172800" cy="284400"/>
            </a:xfrm>
            <a:prstGeom prst="rect">
              <a:avLst/>
            </a:prstGeom>
            <a:solidFill>
              <a:schemeClr val="accent3"/>
            </a:solidFill>
            <a:ln w="3175" cap="flat">
              <a:noFill/>
              <a:miter lim="400000"/>
            </a:ln>
            <a:effectLst/>
          </p:spPr>
          <p:txBody>
            <a:bodyPr lIns="19050" tIns="19050" rIns="19050" bIns="1905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grpSp>
      <p:sp>
        <p:nvSpPr>
          <p:cNvPr id="16" name="Titre 1"/>
          <p:cNvSpPr>
            <a:spLocks noGrp="1"/>
          </p:cNvSpPr>
          <p:nvPr>
            <p:ph type="title"/>
          </p:nvPr>
        </p:nvSpPr>
        <p:spPr>
          <a:xfrm>
            <a:off x="2189295" y="2372784"/>
            <a:ext cx="9694139" cy="2120168"/>
          </a:xfrm>
          <a:prstGeom prst="rect">
            <a:avLst/>
          </a:prstGeom>
        </p:spPr>
        <p:txBody>
          <a:bodyPr anchor="ctr" anchorCtr="0"/>
          <a:lstStyle>
            <a:lvl1pPr algn="l">
              <a:defRPr sz="3733" b="0">
                <a:solidFill>
                  <a:schemeClr val="bg1"/>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
        <p:nvSpPr>
          <p:cNvPr id="18" name="Espace réservé du texte 10">
            <a:extLst>
              <a:ext uri="{FF2B5EF4-FFF2-40B4-BE49-F238E27FC236}">
                <a16:creationId xmlns:a16="http://schemas.microsoft.com/office/drawing/2014/main" id="{AD6DADA9-51DA-F544-8994-B468E4925ACA}"/>
              </a:ext>
            </a:extLst>
          </p:cNvPr>
          <p:cNvSpPr>
            <a:spLocks noGrp="1"/>
          </p:cNvSpPr>
          <p:nvPr>
            <p:ph type="body" sz="quarter" idx="11"/>
          </p:nvPr>
        </p:nvSpPr>
        <p:spPr>
          <a:xfrm>
            <a:off x="5292938" y="5982117"/>
            <a:ext cx="3932343" cy="386511"/>
          </a:xfrm>
          <a:prstGeom prst="rect">
            <a:avLst/>
          </a:prstGeom>
        </p:spPr>
        <p:txBody>
          <a:bodyPr>
            <a:noAutofit/>
          </a:bodyPr>
          <a:lstStyle>
            <a:lvl1pPr marL="0" indent="0" algn="l">
              <a:buFont typeface="Arial" panose="020B0604020202020204" pitchFamily="34" charset="0"/>
              <a:buNone/>
              <a:defRPr lang="fr-FR" sz="1867" b="1" kern="1200" spc="0" dirty="0">
                <a:solidFill>
                  <a:schemeClr val="tx2"/>
                </a:solidFill>
                <a:latin typeface="Lato" panose="020F0502020204030203" pitchFamily="34" charset="0"/>
                <a:ea typeface="Lato" panose="020F0502020204030203" pitchFamily="34" charset="0"/>
                <a:cs typeface="Lato" panose="020F0502020204030203" pitchFamily="34" charset="0"/>
                <a:sym typeface="Lato Light"/>
              </a:defRPr>
            </a:lvl1pPr>
          </a:lstStyle>
          <a:p>
            <a:pPr lvl="0"/>
            <a:endParaRPr lang="fr-FR" dirty="0"/>
          </a:p>
        </p:txBody>
      </p:sp>
      <p:pic>
        <p:nvPicPr>
          <p:cNvPr id="20" name="Image 19">
            <a:extLst>
              <a:ext uri="{FF2B5EF4-FFF2-40B4-BE49-F238E27FC236}">
                <a16:creationId xmlns:a16="http://schemas.microsoft.com/office/drawing/2014/main" id="{527C9DB9-6DA1-954D-AEDE-EDCB714DA7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70347" y="5406598"/>
            <a:ext cx="1955491" cy="1022773"/>
          </a:xfrm>
          <a:prstGeom prst="rect">
            <a:avLst/>
          </a:prstGeom>
        </p:spPr>
      </p:pic>
    </p:spTree>
    <p:extLst>
      <p:ext uri="{BB962C8B-B14F-4D97-AF65-F5344CB8AC3E}">
        <p14:creationId xmlns:p14="http://schemas.microsoft.com/office/powerpoint/2010/main" val="2959605424"/>
      </p:ext>
    </p:extLst>
  </p:cSld>
  <p:clrMapOvr>
    <a:masterClrMapping/>
  </p:clrMapOvr>
  <p:extLst>
    <p:ext uri="{DCECCB84-F9BA-43D5-87BE-67443E8EF086}">
      <p15:sldGuideLst xmlns:p15="http://schemas.microsoft.com/office/powerpoint/2012/main">
        <p15:guide id="1" orient="horz" pos="2981">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4" name="Rectangle 13"/>
          <p:cNvSpPr/>
          <p:nvPr userDrawn="1"/>
        </p:nvSpPr>
        <p:spPr>
          <a:xfrm>
            <a:off x="1" y="2112009"/>
            <a:ext cx="4608000" cy="2887021"/>
          </a:xfrm>
          <a:prstGeom prst="rect">
            <a:avLst/>
          </a:prstGeom>
          <a:solidFill>
            <a:srgbClr val="7E93A7"/>
          </a:solidFill>
          <a:ln>
            <a:noFill/>
          </a:ln>
        </p:spPr>
        <p:txBody>
          <a:bodyPr lIns="25400" tIns="25400" rIns="25400" bIns="25400" anchor="ctr"/>
          <a:lstStyle/>
          <a:p>
            <a:pPr lvl="0" algn="l" defTabSz="412730" fontAlgn="base" hangingPunct="0">
              <a:spcBef>
                <a:spcPct val="0"/>
              </a:spcBef>
              <a:spcAft>
                <a:spcPct val="0"/>
              </a:spcAft>
            </a:pPr>
            <a:endParaRPr lang="fr-FR" sz="1600">
              <a:solidFill>
                <a:srgbClr val="FFFFFF"/>
              </a:solidFill>
              <a:latin typeface="Lato" panose="020F0502020204030203" pitchFamily="34" charset="0"/>
              <a:ea typeface="Lato" panose="020F0502020204030203" pitchFamily="34" charset="0"/>
              <a:cs typeface="Lato" panose="020F0502020204030203" pitchFamily="34" charset="0"/>
            </a:endParaRPr>
          </a:p>
        </p:txBody>
      </p:sp>
      <p:pic>
        <p:nvPicPr>
          <p:cNvPr id="4"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5" name="Rectangle 4"/>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6" name="ZoneTexte 27"/>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7" name="Rectangle 6"/>
          <p:cNvSpPr/>
          <p:nvPr userDrawn="1"/>
        </p:nvSpPr>
        <p:spPr>
          <a:xfrm>
            <a:off x="0" y="1"/>
            <a:ext cx="230400" cy="817033"/>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cxnSp>
        <p:nvCxnSpPr>
          <p:cNvPr id="8" name="Connecteur droit 26"/>
          <p:cNvCxnSpPr/>
          <p:nvPr userDrawn="1"/>
        </p:nvCxnSpPr>
        <p:spPr>
          <a:xfrm>
            <a:off x="5298017" y="1749584"/>
            <a:ext cx="0" cy="5108416"/>
          </a:xfrm>
          <a:prstGeom prst="line">
            <a:avLst/>
          </a:prstGeom>
          <a:ln w="6350">
            <a:solidFill>
              <a:srgbClr val="85928D"/>
            </a:solidFill>
          </a:ln>
        </p:spPr>
        <p:style>
          <a:lnRef idx="1">
            <a:schemeClr val="accent1"/>
          </a:lnRef>
          <a:fillRef idx="0">
            <a:schemeClr val="accent1"/>
          </a:fillRef>
          <a:effectRef idx="0">
            <a:schemeClr val="accent1"/>
          </a:effectRef>
          <a:fontRef idx="minor">
            <a:schemeClr val="tx1"/>
          </a:fontRef>
        </p:style>
      </p:cxnSp>
      <p:sp>
        <p:nvSpPr>
          <p:cNvPr id="9" name="Espace réservé du contenu 2"/>
          <p:cNvSpPr>
            <a:spLocks noGrp="1"/>
          </p:cNvSpPr>
          <p:nvPr>
            <p:ph idx="1" hasCustomPrompt="1"/>
          </p:nvPr>
        </p:nvSpPr>
        <p:spPr>
          <a:xfrm>
            <a:off x="5195628" y="1432561"/>
            <a:ext cx="6704272" cy="4993640"/>
          </a:xfrm>
          <a:prstGeom prst="rect">
            <a:avLst/>
          </a:prstGeom>
        </p:spPr>
        <p:txBody>
          <a:bodyPr lIns="0"/>
          <a:lstStyle>
            <a:lvl1pPr marL="355591" indent="-355591" algn="l">
              <a:lnSpc>
                <a:spcPct val="100000"/>
              </a:lnSpc>
              <a:spcBef>
                <a:spcPts val="1467"/>
              </a:spcBef>
              <a:buClr>
                <a:schemeClr val="accent1"/>
              </a:buClr>
              <a:buSzPct val="85000"/>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355591" indent="0" algn="l">
              <a:lnSpc>
                <a:spcPts val="800"/>
              </a:lnSpc>
              <a:spcBef>
                <a:spcPts val="1200"/>
              </a:spcBef>
              <a:buSzPct val="60000"/>
              <a:buNone/>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2pPr>
            <a:lvl3pPr marL="478355" indent="0">
              <a:buNone/>
              <a:tabLst/>
              <a:defRPr>
                <a:latin typeface="Lato Regular" panose="020F0502020204030203" pitchFamily="34" charset="0"/>
              </a:defRPr>
            </a:lvl3pPr>
            <a:lvl4pPr marL="721766" indent="0">
              <a:buNone/>
              <a:tabLst/>
              <a:defRPr>
                <a:latin typeface="Lato Regular"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p:txBody>
      </p:sp>
      <p:sp>
        <p:nvSpPr>
          <p:cNvPr id="11" name="Rectangle 10"/>
          <p:cNvSpPr/>
          <p:nvPr userDrawn="1"/>
        </p:nvSpPr>
        <p:spPr>
          <a:xfrm rot="5400000">
            <a:off x="33601" y="3509920"/>
            <a:ext cx="4540800" cy="912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3" name="Titre 1"/>
          <p:cNvSpPr>
            <a:spLocks noGrp="1"/>
          </p:cNvSpPr>
          <p:nvPr>
            <p:ph type="title"/>
          </p:nvPr>
        </p:nvSpPr>
        <p:spPr>
          <a:xfrm>
            <a:off x="287868" y="315386"/>
            <a:ext cx="10451253" cy="1022348"/>
          </a:xfrm>
          <a:prstGeom prst="rect">
            <a:avLst/>
          </a:prstGeom>
        </p:spPr>
        <p:txBody>
          <a:bodyPr/>
          <a:lstStyle>
            <a:lvl1pPr algn="l">
              <a:defRPr sz="3467"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Tree>
    <p:extLst>
      <p:ext uri="{BB962C8B-B14F-4D97-AF65-F5344CB8AC3E}">
        <p14:creationId xmlns:p14="http://schemas.microsoft.com/office/powerpoint/2010/main" val="4239165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4" name="Rectangle 13"/>
          <p:cNvSpPr/>
          <p:nvPr userDrawn="1"/>
        </p:nvSpPr>
        <p:spPr>
          <a:xfrm>
            <a:off x="1" y="2112009"/>
            <a:ext cx="4608000" cy="2887021"/>
          </a:xfrm>
          <a:prstGeom prst="rect">
            <a:avLst/>
          </a:prstGeom>
          <a:solidFill>
            <a:srgbClr val="7E93A7"/>
          </a:solidFill>
          <a:ln>
            <a:noFill/>
          </a:ln>
        </p:spPr>
        <p:txBody>
          <a:bodyPr lIns="25400" tIns="25400" rIns="25400" bIns="25400" anchor="ctr"/>
          <a:lstStyle/>
          <a:p>
            <a:pPr lvl="0" algn="l" defTabSz="412730" fontAlgn="base" hangingPunct="0">
              <a:spcBef>
                <a:spcPct val="0"/>
              </a:spcBef>
              <a:spcAft>
                <a:spcPct val="0"/>
              </a:spcAft>
            </a:pPr>
            <a:endParaRPr lang="fr-FR" sz="1600">
              <a:solidFill>
                <a:srgbClr val="FFFFFF"/>
              </a:solidFill>
              <a:latin typeface="Lato" panose="020F0502020204030203" pitchFamily="34" charset="0"/>
              <a:ea typeface="Lato" panose="020F0502020204030203" pitchFamily="34" charset="0"/>
              <a:cs typeface="Lato" panose="020F0502020204030203" pitchFamily="34" charset="0"/>
            </a:endParaRPr>
          </a:p>
        </p:txBody>
      </p:sp>
      <p:pic>
        <p:nvPicPr>
          <p:cNvPr id="4"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5" name="Rectangle 4"/>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6" name="ZoneTexte 27"/>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7" name="Rectangle 6"/>
          <p:cNvSpPr/>
          <p:nvPr userDrawn="1"/>
        </p:nvSpPr>
        <p:spPr>
          <a:xfrm>
            <a:off x="0" y="1"/>
            <a:ext cx="230400" cy="817033"/>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1" name="Rectangle 10"/>
          <p:cNvSpPr/>
          <p:nvPr userDrawn="1"/>
        </p:nvSpPr>
        <p:spPr>
          <a:xfrm rot="5400000">
            <a:off x="33601" y="3509920"/>
            <a:ext cx="4540800" cy="912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2" name="Espace réservé du contenu 2"/>
          <p:cNvSpPr>
            <a:spLocks noGrp="1"/>
          </p:cNvSpPr>
          <p:nvPr>
            <p:ph idx="1" hasCustomPrompt="1"/>
          </p:nvPr>
        </p:nvSpPr>
        <p:spPr>
          <a:xfrm>
            <a:off x="5160068" y="1978661"/>
            <a:ext cx="6739832" cy="4569460"/>
          </a:xfrm>
          <a:prstGeom prst="rect">
            <a:avLst/>
          </a:prstGeom>
        </p:spPr>
        <p:txBody>
          <a:bodyPr lIns="0"/>
          <a:lstStyle>
            <a:lvl1pPr marL="355591" indent="-355591" algn="l">
              <a:lnSpc>
                <a:spcPct val="100000"/>
              </a:lnSpc>
              <a:spcBef>
                <a:spcPts val="1467"/>
              </a:spcBef>
              <a:buClr>
                <a:schemeClr val="accent1"/>
              </a:buClr>
              <a:buSzPct val="100000"/>
              <a:buFont typeface="+mj-lt"/>
              <a:buAutoNum type="arabicPeriod"/>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355591" indent="0" algn="l">
              <a:lnSpc>
                <a:spcPts val="800"/>
              </a:lnSpc>
              <a:spcBef>
                <a:spcPts val="1200"/>
              </a:spcBef>
              <a:buSzPct val="60000"/>
              <a:buNone/>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2pPr>
            <a:lvl3pPr marL="478355" indent="0">
              <a:buNone/>
              <a:tabLst/>
              <a:defRPr>
                <a:latin typeface="Lato Regular" panose="020F0502020204030203" pitchFamily="34" charset="0"/>
              </a:defRPr>
            </a:lvl3pPr>
            <a:lvl4pPr marL="721766" indent="0">
              <a:buNone/>
              <a:tabLst/>
              <a:defRPr>
                <a:latin typeface="Lato Regular"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p:txBody>
      </p:sp>
      <p:sp>
        <p:nvSpPr>
          <p:cNvPr id="13" name="Titre 1"/>
          <p:cNvSpPr>
            <a:spLocks noGrp="1"/>
          </p:cNvSpPr>
          <p:nvPr>
            <p:ph type="title"/>
          </p:nvPr>
        </p:nvSpPr>
        <p:spPr>
          <a:xfrm>
            <a:off x="287868" y="315386"/>
            <a:ext cx="10451253" cy="1022348"/>
          </a:xfrm>
          <a:prstGeom prst="rect">
            <a:avLst/>
          </a:prstGeom>
        </p:spPr>
        <p:txBody>
          <a:bodyPr/>
          <a:lstStyle>
            <a:lvl1pPr algn="l">
              <a:defRPr sz="3467"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Tree>
    <p:extLst>
      <p:ext uri="{BB962C8B-B14F-4D97-AF65-F5344CB8AC3E}">
        <p14:creationId xmlns:p14="http://schemas.microsoft.com/office/powerpoint/2010/main" val="37665805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p:cNvSpPr/>
          <p:nvPr userDrawn="1"/>
        </p:nvSpPr>
        <p:spPr>
          <a:xfrm>
            <a:off x="-1488" y="2074353"/>
            <a:ext cx="12192000" cy="2724387"/>
          </a:xfrm>
          <a:prstGeom prst="rect">
            <a:avLst/>
          </a:prstGeom>
          <a:solidFill>
            <a:srgbClr val="7E93A7"/>
          </a:solidFill>
          <a:ln>
            <a:noFill/>
          </a:ln>
        </p:spPr>
        <p:txBody>
          <a:bodyPr lIns="25400" tIns="25400" rIns="25400" bIns="25400" anchor="ctr"/>
          <a:lstStyle/>
          <a:p>
            <a:pPr lvl="0" algn="l" defTabSz="412730" fontAlgn="base" hangingPunct="0">
              <a:spcBef>
                <a:spcPct val="0"/>
              </a:spcBef>
              <a:spcAft>
                <a:spcPct val="0"/>
              </a:spcAft>
            </a:pPr>
            <a:endParaRPr lang="fr-FR" sz="1600">
              <a:solidFill>
                <a:srgbClr val="FFFFFF"/>
              </a:solidFill>
              <a:latin typeface="Lato" panose="020F0502020204030203" pitchFamily="34" charset="0"/>
              <a:ea typeface="Lato" panose="020F0502020204030203" pitchFamily="34" charset="0"/>
              <a:cs typeface="Lato" panose="020F0502020204030203" pitchFamily="34" charset="0"/>
            </a:endParaRPr>
          </a:p>
        </p:txBody>
      </p:sp>
      <p:sp>
        <p:nvSpPr>
          <p:cNvPr id="10" name="Espace réservé du texte 10"/>
          <p:cNvSpPr>
            <a:spLocks noGrp="1"/>
          </p:cNvSpPr>
          <p:nvPr>
            <p:ph type="body" sz="quarter" idx="10"/>
          </p:nvPr>
        </p:nvSpPr>
        <p:spPr>
          <a:xfrm>
            <a:off x="1281431" y="3070918"/>
            <a:ext cx="9667221" cy="304669"/>
          </a:xfrm>
          <a:prstGeom prst="rect">
            <a:avLst/>
          </a:prstGeom>
        </p:spPr>
        <p:txBody>
          <a:bodyPr>
            <a:noAutofit/>
          </a:bodyPr>
          <a:lstStyle>
            <a:lvl1pPr marL="0" indent="0" algn="l">
              <a:spcBef>
                <a:spcPts val="0"/>
              </a:spcBef>
              <a:buFont typeface="Arial" panose="020B0604020202020204" pitchFamily="34" charset="0"/>
              <a:buNone/>
              <a:defRPr lang="fr-FR" sz="2000" b="0" kern="1200" spc="0" dirty="0">
                <a:solidFill>
                  <a:schemeClr val="bg1"/>
                </a:solidFill>
                <a:latin typeface="Lato" panose="020F0502020204030203" pitchFamily="34" charset="0"/>
                <a:ea typeface="Lato" panose="020F0502020204030203" pitchFamily="34" charset="0"/>
                <a:cs typeface="Lato" panose="020F0502020204030203" pitchFamily="34" charset="0"/>
                <a:sym typeface="Lato Light"/>
              </a:defRPr>
            </a:lvl1pPr>
          </a:lstStyle>
          <a:p>
            <a:pPr lvl="0"/>
            <a:endParaRPr lang="fr-FR" dirty="0"/>
          </a:p>
        </p:txBody>
      </p:sp>
      <p:sp>
        <p:nvSpPr>
          <p:cNvPr id="11" name="Titre 1"/>
          <p:cNvSpPr>
            <a:spLocks noGrp="1"/>
          </p:cNvSpPr>
          <p:nvPr>
            <p:ph type="title"/>
          </p:nvPr>
        </p:nvSpPr>
        <p:spPr>
          <a:xfrm>
            <a:off x="1278141" y="2406653"/>
            <a:ext cx="9694139" cy="671828"/>
          </a:xfrm>
          <a:prstGeom prst="rect">
            <a:avLst/>
          </a:prstGeom>
        </p:spPr>
        <p:txBody>
          <a:bodyPr/>
          <a:lstStyle>
            <a:lvl1pPr algn="l">
              <a:defRPr sz="4533" b="0">
                <a:solidFill>
                  <a:schemeClr val="bg1"/>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grpSp>
        <p:nvGrpSpPr>
          <p:cNvPr id="12" name="Groupe 17"/>
          <p:cNvGrpSpPr/>
          <p:nvPr userDrawn="1"/>
        </p:nvGrpSpPr>
        <p:grpSpPr>
          <a:xfrm>
            <a:off x="10782300" y="4418740"/>
            <a:ext cx="1406000" cy="2439261"/>
            <a:chOff x="0" y="2386800"/>
            <a:chExt cx="1054500" cy="1829446"/>
          </a:xfrm>
        </p:grpSpPr>
        <p:sp>
          <p:nvSpPr>
            <p:cNvPr id="13" name="Rectangle 12"/>
            <p:cNvSpPr/>
            <p:nvPr userDrawn="1"/>
          </p:nvSpPr>
          <p:spPr>
            <a:xfrm>
              <a:off x="0" y="2386800"/>
              <a:ext cx="172800" cy="1829446"/>
            </a:xfrm>
            <a:prstGeom prst="rect">
              <a:avLst/>
            </a:prstGeom>
            <a:solidFill>
              <a:schemeClr val="accent1"/>
            </a:solidFill>
            <a:ln w="3175" cap="flat">
              <a:noFill/>
              <a:miter lim="400000"/>
            </a:ln>
            <a:effectLst/>
          </p:spPr>
          <p:txBody>
            <a:bodyPr lIns="19050" tIns="19050" rIns="19050" bIns="19050" anchor="ctr"/>
            <a:lstStyle/>
            <a:p>
              <a:pPr lvl="0" algn="l"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4" name="Rectangle 13"/>
            <p:cNvSpPr/>
            <p:nvPr userDrawn="1"/>
          </p:nvSpPr>
          <p:spPr>
            <a:xfrm>
              <a:off x="220425" y="2386800"/>
              <a:ext cx="172800" cy="284400"/>
            </a:xfrm>
            <a:prstGeom prst="rect">
              <a:avLst/>
            </a:prstGeom>
            <a:solidFill>
              <a:schemeClr val="accent5"/>
            </a:solidFill>
            <a:ln w="3175" cap="flat">
              <a:noFill/>
              <a:miter lim="400000"/>
            </a:ln>
            <a:effectLst/>
          </p:spPr>
          <p:txBody>
            <a:bodyPr lIns="19050" tIns="19050" rIns="19050" bIns="19050" anchor="ctr"/>
            <a:lstStyle/>
            <a:p>
              <a:pPr lvl="0" algn="l"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5" name="Rectangle 14"/>
            <p:cNvSpPr/>
            <p:nvPr userDrawn="1"/>
          </p:nvSpPr>
          <p:spPr>
            <a:xfrm>
              <a:off x="440850" y="2386800"/>
              <a:ext cx="172800" cy="284400"/>
            </a:xfrm>
            <a:prstGeom prst="rect">
              <a:avLst/>
            </a:prstGeom>
            <a:solidFill>
              <a:schemeClr val="bg1"/>
            </a:solidFill>
            <a:ln w="3175" cap="flat">
              <a:noFill/>
              <a:miter lim="400000"/>
            </a:ln>
            <a:effectLst/>
          </p:spPr>
          <p:txBody>
            <a:bodyPr lIns="19050" tIns="19050" rIns="19050" bIns="19050" anchor="ctr"/>
            <a:lstStyle/>
            <a:p>
              <a:pPr lvl="0" algn="l"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6" name="Rectangle 15"/>
            <p:cNvSpPr/>
            <p:nvPr userDrawn="1"/>
          </p:nvSpPr>
          <p:spPr>
            <a:xfrm>
              <a:off x="661275" y="2386800"/>
              <a:ext cx="172800" cy="284400"/>
            </a:xfrm>
            <a:prstGeom prst="rect">
              <a:avLst/>
            </a:prstGeom>
            <a:solidFill>
              <a:schemeClr val="accent6"/>
            </a:solidFill>
            <a:ln w="3175" cap="flat">
              <a:noFill/>
              <a:miter lim="400000"/>
            </a:ln>
            <a:effectLst/>
          </p:spPr>
          <p:txBody>
            <a:bodyPr lIns="19050" tIns="19050" rIns="19050" bIns="19050" anchor="ctr"/>
            <a:lstStyle/>
            <a:p>
              <a:pPr lvl="0" algn="l"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7" name="Rectangle 16"/>
            <p:cNvSpPr/>
            <p:nvPr userDrawn="1"/>
          </p:nvSpPr>
          <p:spPr>
            <a:xfrm>
              <a:off x="881700" y="2386800"/>
              <a:ext cx="172800" cy="284400"/>
            </a:xfrm>
            <a:prstGeom prst="rect">
              <a:avLst/>
            </a:prstGeom>
            <a:solidFill>
              <a:schemeClr val="accent3"/>
            </a:solidFill>
            <a:ln w="3175" cap="flat">
              <a:noFill/>
              <a:miter lim="400000"/>
            </a:ln>
            <a:effectLst/>
          </p:spPr>
          <p:txBody>
            <a:bodyPr lIns="19050" tIns="19050" rIns="19050" bIns="19050" anchor="ctr"/>
            <a:lstStyle/>
            <a:p>
              <a:pPr lvl="0" algn="l"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grpSp>
      <p:sp>
        <p:nvSpPr>
          <p:cNvPr id="18" name="Rectangle 17"/>
          <p:cNvSpPr/>
          <p:nvPr userDrawn="1"/>
        </p:nvSpPr>
        <p:spPr>
          <a:xfrm>
            <a:off x="0" y="2070453"/>
            <a:ext cx="230400" cy="931200"/>
          </a:xfrm>
          <a:prstGeom prst="rect">
            <a:avLst/>
          </a:prstGeom>
          <a:solidFill>
            <a:schemeClr val="accent1"/>
          </a:solidFill>
          <a:ln w="3175" cap="flat">
            <a:noFill/>
            <a:miter lim="400000"/>
          </a:ln>
          <a:effectLst/>
        </p:spPr>
        <p:txBody>
          <a:bodyPr lIns="25400" tIns="25400" rIns="25400" bIns="25400" anchor="ctr"/>
          <a:lstStyle/>
          <a:p>
            <a:pPr lvl="0" algn="l"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239570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Espace réservé du contenu 2"/>
          <p:cNvSpPr>
            <a:spLocks noGrp="1"/>
          </p:cNvSpPr>
          <p:nvPr>
            <p:ph idx="1" hasCustomPrompt="1"/>
          </p:nvPr>
        </p:nvSpPr>
        <p:spPr>
          <a:xfrm>
            <a:off x="429684" y="1797051"/>
            <a:ext cx="11432221" cy="4349748"/>
          </a:xfrm>
          <a:prstGeom prst="rect">
            <a:avLst/>
          </a:prstGeom>
        </p:spPr>
        <p:txBody>
          <a:bodyPr lIns="0"/>
          <a:lstStyle>
            <a:lvl1pPr marL="179913" indent="-179913">
              <a:buClr>
                <a:schemeClr val="accent1"/>
              </a:buClr>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478355" indent="-234945">
              <a:buClr>
                <a:schemeClr val="accent1"/>
              </a:buClr>
              <a:buSzPct val="60000"/>
              <a:buFont typeface="Wingdings 3" panose="05040102010807070707" pitchFamily="18" charset="2"/>
              <a:buChar char=""/>
              <a:tabLst/>
              <a:defRPr sz="1867">
                <a:solidFill>
                  <a:schemeClr val="tx2"/>
                </a:solidFill>
                <a:latin typeface="Lato" panose="020F0502020204030203" pitchFamily="34" charset="0"/>
                <a:ea typeface="Lato" panose="020F0502020204030203" pitchFamily="34" charset="0"/>
                <a:cs typeface="Lato" panose="020F0502020204030203" pitchFamily="34" charset="0"/>
              </a:defRPr>
            </a:lvl2pPr>
            <a:lvl3pPr marL="721766" indent="-243411">
              <a:buClr>
                <a:schemeClr val="accent1"/>
              </a:buClr>
              <a:buSzPct val="60000"/>
              <a:buFont typeface="Wingdings" panose="05000000000000000000" pitchFamily="2" charset="2"/>
              <a:buChar char="l"/>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3pPr>
            <a:lvl4pPr marL="901677" indent="-179913">
              <a:buClr>
                <a:schemeClr val="accent1"/>
              </a:buClr>
              <a:buFont typeface="Arial" panose="020B0604020202020204" pitchFamily="34" charset="0"/>
              <a:buChar char="-"/>
              <a:tabLst/>
              <a:defRPr sz="1467">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
        <p:nvSpPr>
          <p:cNvPr id="8" name="Espace réservé du texte 10"/>
          <p:cNvSpPr>
            <a:spLocks noGrp="1"/>
          </p:cNvSpPr>
          <p:nvPr>
            <p:ph type="body" sz="quarter" idx="10"/>
          </p:nvPr>
        </p:nvSpPr>
        <p:spPr>
          <a:xfrm>
            <a:off x="287868" y="60603"/>
            <a:ext cx="10461413" cy="304669"/>
          </a:xfrm>
          <a:prstGeom prst="rect">
            <a:avLst/>
          </a:prstGeom>
        </p:spPr>
        <p:txBody>
          <a:bodyPr>
            <a:noAutofit/>
          </a:bodyPr>
          <a:lstStyle>
            <a:lvl1pPr marL="0" indent="0">
              <a:buFont typeface="Arial" panose="020B0604020202020204" pitchFamily="34" charset="0"/>
              <a:buNone/>
              <a:defRPr sz="1600" b="0" baseline="0">
                <a:solidFill>
                  <a:schemeClr val="tx2"/>
                </a:solidFill>
                <a:latin typeface="Lato" panose="020F0502020204030203" pitchFamily="34" charset="0"/>
                <a:ea typeface="Lato" panose="020F0502020204030203" pitchFamily="34" charset="0"/>
                <a:cs typeface="Lato" panose="020F0502020204030203" pitchFamily="34" charset="0"/>
              </a:defRPr>
            </a:lvl1pPr>
          </a:lstStyle>
          <a:p>
            <a:pPr lvl="0"/>
            <a:endParaRPr lang="fr-FR" dirty="0"/>
          </a:p>
        </p:txBody>
      </p:sp>
      <p:pic>
        <p:nvPicPr>
          <p:cNvPr id="9"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10" name="Rectangle 9"/>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1" name="ZoneTexte 27"/>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2" name="Rectangle 11"/>
          <p:cNvSpPr/>
          <p:nvPr userDrawn="1"/>
        </p:nvSpPr>
        <p:spPr>
          <a:xfrm>
            <a:off x="0" y="1"/>
            <a:ext cx="230400" cy="817033"/>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3" name="Titre 1"/>
          <p:cNvSpPr>
            <a:spLocks noGrp="1"/>
          </p:cNvSpPr>
          <p:nvPr>
            <p:ph type="title"/>
          </p:nvPr>
        </p:nvSpPr>
        <p:spPr>
          <a:xfrm>
            <a:off x="287868" y="315386"/>
            <a:ext cx="10451253" cy="1022348"/>
          </a:xfrm>
          <a:prstGeom prst="rect">
            <a:avLst/>
          </a:prstGeom>
        </p:spPr>
        <p:txBody>
          <a:bodyPr/>
          <a:lstStyle>
            <a:lvl1pPr algn="l">
              <a:defRPr sz="3467"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Tree>
    <p:extLst>
      <p:ext uri="{BB962C8B-B14F-4D97-AF65-F5344CB8AC3E}">
        <p14:creationId xmlns:p14="http://schemas.microsoft.com/office/powerpoint/2010/main" val="8516598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10"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11" name="Rectangle 10"/>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2" name="ZoneTexte 27"/>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3" name="Rectangle 12"/>
          <p:cNvSpPr/>
          <p:nvPr userDrawn="1"/>
        </p:nvSpPr>
        <p:spPr>
          <a:xfrm>
            <a:off x="0" y="1"/>
            <a:ext cx="230400" cy="817033"/>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4" name="Espace réservé du texte 10"/>
          <p:cNvSpPr>
            <a:spLocks noGrp="1"/>
          </p:cNvSpPr>
          <p:nvPr>
            <p:ph type="body" sz="quarter" idx="10"/>
          </p:nvPr>
        </p:nvSpPr>
        <p:spPr>
          <a:xfrm>
            <a:off x="287868" y="60603"/>
            <a:ext cx="10461413" cy="304669"/>
          </a:xfrm>
          <a:prstGeom prst="rect">
            <a:avLst/>
          </a:prstGeom>
        </p:spPr>
        <p:txBody>
          <a:bodyPr>
            <a:noAutofit/>
          </a:bodyPr>
          <a:lstStyle>
            <a:lvl1pPr marL="0" indent="0">
              <a:buFont typeface="Arial" panose="020B0604020202020204" pitchFamily="34" charset="0"/>
              <a:buNone/>
              <a:defRPr sz="1600" b="0" baseline="0">
                <a:solidFill>
                  <a:schemeClr val="tx2"/>
                </a:solidFill>
                <a:latin typeface="Lato" panose="020F0502020204030203" pitchFamily="34" charset="0"/>
                <a:ea typeface="Lato" panose="020F0502020204030203" pitchFamily="34" charset="0"/>
                <a:cs typeface="Lato" panose="020F0502020204030203" pitchFamily="34" charset="0"/>
              </a:defRPr>
            </a:lvl1pPr>
          </a:lstStyle>
          <a:p>
            <a:pPr lvl="0"/>
            <a:endParaRPr lang="fr-FR" dirty="0"/>
          </a:p>
        </p:txBody>
      </p:sp>
      <p:sp>
        <p:nvSpPr>
          <p:cNvPr id="15" name="Titre 1"/>
          <p:cNvSpPr>
            <a:spLocks noGrp="1"/>
          </p:cNvSpPr>
          <p:nvPr>
            <p:ph type="title"/>
          </p:nvPr>
        </p:nvSpPr>
        <p:spPr>
          <a:xfrm>
            <a:off x="287868" y="315386"/>
            <a:ext cx="10451253" cy="1022348"/>
          </a:xfrm>
          <a:prstGeom prst="rect">
            <a:avLst/>
          </a:prstGeom>
        </p:spPr>
        <p:txBody>
          <a:bodyPr/>
          <a:lstStyle>
            <a:lvl1pPr algn="l">
              <a:defRPr sz="3467"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
        <p:nvSpPr>
          <p:cNvPr id="16" name="Espace réservé du contenu 2"/>
          <p:cNvSpPr>
            <a:spLocks noGrp="1"/>
          </p:cNvSpPr>
          <p:nvPr>
            <p:ph idx="1" hasCustomPrompt="1"/>
          </p:nvPr>
        </p:nvSpPr>
        <p:spPr>
          <a:xfrm>
            <a:off x="429683" y="1797051"/>
            <a:ext cx="3696000" cy="4349748"/>
          </a:xfrm>
          <a:prstGeom prst="rect">
            <a:avLst/>
          </a:prstGeom>
        </p:spPr>
        <p:txBody>
          <a:bodyPr lIns="0"/>
          <a:lstStyle>
            <a:lvl1pPr marL="179913" indent="-179913">
              <a:buClr>
                <a:schemeClr val="accent1"/>
              </a:buClr>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478355" indent="-234945">
              <a:buClr>
                <a:schemeClr val="accent1"/>
              </a:buClr>
              <a:buSzPct val="60000"/>
              <a:buFont typeface="Wingdings 3" panose="05040102010807070707" pitchFamily="18" charset="2"/>
              <a:buChar char=""/>
              <a:tabLst/>
              <a:defRPr sz="1867">
                <a:solidFill>
                  <a:schemeClr val="tx2"/>
                </a:solidFill>
                <a:latin typeface="Lato" panose="020F0502020204030203" pitchFamily="34" charset="0"/>
                <a:ea typeface="Lato" panose="020F0502020204030203" pitchFamily="34" charset="0"/>
                <a:cs typeface="Lato" panose="020F0502020204030203" pitchFamily="34" charset="0"/>
              </a:defRPr>
            </a:lvl2pPr>
            <a:lvl3pPr marL="721766" indent="-243411">
              <a:buClr>
                <a:schemeClr val="accent1"/>
              </a:buClr>
              <a:buSzPct val="60000"/>
              <a:buFont typeface="Wingdings" panose="05000000000000000000" pitchFamily="2" charset="2"/>
              <a:buChar char="l"/>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3pPr>
            <a:lvl4pPr marL="901677" indent="-179913">
              <a:buClr>
                <a:schemeClr val="accent1"/>
              </a:buClr>
              <a:buFont typeface="Arial" panose="020B0604020202020204" pitchFamily="34" charset="0"/>
              <a:buChar char="-"/>
              <a:tabLst/>
              <a:defRPr sz="1467">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
        <p:nvSpPr>
          <p:cNvPr id="21" name="Espace réservé du contenu 2"/>
          <p:cNvSpPr>
            <a:spLocks noGrp="1"/>
          </p:cNvSpPr>
          <p:nvPr>
            <p:ph idx="11" hasCustomPrompt="1"/>
          </p:nvPr>
        </p:nvSpPr>
        <p:spPr>
          <a:xfrm>
            <a:off x="4320528" y="1797051"/>
            <a:ext cx="3696000" cy="4349748"/>
          </a:xfrm>
          <a:prstGeom prst="rect">
            <a:avLst/>
          </a:prstGeom>
        </p:spPr>
        <p:txBody>
          <a:bodyPr lIns="0"/>
          <a:lstStyle>
            <a:lvl1pPr marL="179913" indent="-179913">
              <a:buClr>
                <a:schemeClr val="accent1"/>
              </a:buClr>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478355" indent="-234945">
              <a:buClr>
                <a:schemeClr val="accent1"/>
              </a:buClr>
              <a:buSzPct val="60000"/>
              <a:buFont typeface="Wingdings 3" panose="05040102010807070707" pitchFamily="18" charset="2"/>
              <a:buChar char=""/>
              <a:tabLst/>
              <a:defRPr sz="1867">
                <a:solidFill>
                  <a:schemeClr val="tx2"/>
                </a:solidFill>
                <a:latin typeface="Lato" panose="020F0502020204030203" pitchFamily="34" charset="0"/>
                <a:ea typeface="Lato" panose="020F0502020204030203" pitchFamily="34" charset="0"/>
                <a:cs typeface="Lato" panose="020F0502020204030203" pitchFamily="34" charset="0"/>
              </a:defRPr>
            </a:lvl2pPr>
            <a:lvl3pPr marL="721766" indent="-243411">
              <a:buClr>
                <a:schemeClr val="accent1"/>
              </a:buClr>
              <a:buSzPct val="60000"/>
              <a:buFont typeface="Wingdings" panose="05000000000000000000" pitchFamily="2" charset="2"/>
              <a:buChar char="l"/>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3pPr>
            <a:lvl4pPr marL="901677" indent="-179913">
              <a:buClr>
                <a:schemeClr val="accent1"/>
              </a:buClr>
              <a:buFont typeface="Arial" panose="020B0604020202020204" pitchFamily="34" charset="0"/>
              <a:buChar char="-"/>
              <a:tabLst/>
              <a:defRPr sz="1467">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
        <p:nvSpPr>
          <p:cNvPr id="22" name="Espace réservé du contenu 2"/>
          <p:cNvSpPr>
            <a:spLocks noGrp="1"/>
          </p:cNvSpPr>
          <p:nvPr>
            <p:ph idx="12" hasCustomPrompt="1"/>
          </p:nvPr>
        </p:nvSpPr>
        <p:spPr>
          <a:xfrm>
            <a:off x="8203900" y="1797051"/>
            <a:ext cx="3696000" cy="4349748"/>
          </a:xfrm>
          <a:prstGeom prst="rect">
            <a:avLst/>
          </a:prstGeom>
        </p:spPr>
        <p:txBody>
          <a:bodyPr lIns="0"/>
          <a:lstStyle>
            <a:lvl1pPr marL="179913" indent="-179913">
              <a:buClr>
                <a:schemeClr val="accent1"/>
              </a:buClr>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478355" indent="-234945">
              <a:buClr>
                <a:schemeClr val="accent1"/>
              </a:buClr>
              <a:buSzPct val="60000"/>
              <a:buFont typeface="Wingdings 3" panose="05040102010807070707" pitchFamily="18" charset="2"/>
              <a:buChar char=""/>
              <a:tabLst/>
              <a:defRPr sz="1867">
                <a:solidFill>
                  <a:schemeClr val="tx2"/>
                </a:solidFill>
                <a:latin typeface="Lato" panose="020F0502020204030203" pitchFamily="34" charset="0"/>
                <a:ea typeface="Lato" panose="020F0502020204030203" pitchFamily="34" charset="0"/>
                <a:cs typeface="Lato" panose="020F0502020204030203" pitchFamily="34" charset="0"/>
              </a:defRPr>
            </a:lvl2pPr>
            <a:lvl3pPr marL="721766" indent="-243411">
              <a:buClr>
                <a:schemeClr val="accent1"/>
              </a:buClr>
              <a:buSzPct val="60000"/>
              <a:buFont typeface="Wingdings" panose="05000000000000000000" pitchFamily="2" charset="2"/>
              <a:buChar char="l"/>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3pPr>
            <a:lvl4pPr marL="901677" indent="-179913">
              <a:buClr>
                <a:schemeClr val="accent1"/>
              </a:buClr>
              <a:buFont typeface="Arial" panose="020B0604020202020204" pitchFamily="34" charset="0"/>
              <a:buChar char="-"/>
              <a:tabLst/>
              <a:defRPr sz="1467">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Tree>
    <p:extLst>
      <p:ext uri="{BB962C8B-B14F-4D97-AF65-F5344CB8AC3E}">
        <p14:creationId xmlns:p14="http://schemas.microsoft.com/office/powerpoint/2010/main" val="35533538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12"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13" name="Rectangle 12"/>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4" name="ZoneTexte 27"/>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5" name="Rectangle 14"/>
          <p:cNvSpPr/>
          <p:nvPr userDrawn="1"/>
        </p:nvSpPr>
        <p:spPr>
          <a:xfrm>
            <a:off x="0" y="1"/>
            <a:ext cx="230400" cy="817033"/>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6" name="Espace réservé du texte 10"/>
          <p:cNvSpPr>
            <a:spLocks noGrp="1"/>
          </p:cNvSpPr>
          <p:nvPr>
            <p:ph type="body" sz="quarter" idx="10"/>
          </p:nvPr>
        </p:nvSpPr>
        <p:spPr>
          <a:xfrm>
            <a:off x="287868" y="60603"/>
            <a:ext cx="10461413" cy="304669"/>
          </a:xfrm>
          <a:prstGeom prst="rect">
            <a:avLst/>
          </a:prstGeom>
        </p:spPr>
        <p:txBody>
          <a:bodyPr>
            <a:noAutofit/>
          </a:bodyPr>
          <a:lstStyle>
            <a:lvl1pPr marL="0" indent="0">
              <a:buFont typeface="Arial" panose="020B0604020202020204" pitchFamily="34" charset="0"/>
              <a:buNone/>
              <a:defRPr sz="1600" b="0" baseline="0">
                <a:solidFill>
                  <a:schemeClr val="tx2"/>
                </a:solidFill>
                <a:latin typeface="Lato" panose="020F0502020204030203" pitchFamily="34" charset="0"/>
                <a:ea typeface="Lato" panose="020F0502020204030203" pitchFamily="34" charset="0"/>
                <a:cs typeface="Lato" panose="020F0502020204030203" pitchFamily="34" charset="0"/>
              </a:defRPr>
            </a:lvl1pPr>
          </a:lstStyle>
          <a:p>
            <a:pPr lvl="0"/>
            <a:endParaRPr lang="fr-FR" dirty="0"/>
          </a:p>
        </p:txBody>
      </p:sp>
      <p:sp>
        <p:nvSpPr>
          <p:cNvPr id="17" name="Titre 1"/>
          <p:cNvSpPr>
            <a:spLocks noGrp="1"/>
          </p:cNvSpPr>
          <p:nvPr>
            <p:ph type="title"/>
          </p:nvPr>
        </p:nvSpPr>
        <p:spPr>
          <a:xfrm>
            <a:off x="287868" y="315386"/>
            <a:ext cx="10451253" cy="1022348"/>
          </a:xfrm>
          <a:prstGeom prst="rect">
            <a:avLst/>
          </a:prstGeom>
        </p:spPr>
        <p:txBody>
          <a:bodyPr/>
          <a:lstStyle>
            <a:lvl1pPr algn="l">
              <a:defRPr sz="3467"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
        <p:nvSpPr>
          <p:cNvPr id="20" name="Espace réservé du contenu 2"/>
          <p:cNvSpPr>
            <a:spLocks noGrp="1"/>
          </p:cNvSpPr>
          <p:nvPr>
            <p:ph idx="12" hasCustomPrompt="1"/>
          </p:nvPr>
        </p:nvSpPr>
        <p:spPr>
          <a:xfrm>
            <a:off x="429683" y="1797051"/>
            <a:ext cx="5115027" cy="4349748"/>
          </a:xfrm>
          <a:prstGeom prst="rect">
            <a:avLst/>
          </a:prstGeom>
        </p:spPr>
        <p:txBody>
          <a:bodyPr lIns="0"/>
          <a:lstStyle>
            <a:lvl1pPr marL="179913" indent="-179913">
              <a:buClr>
                <a:schemeClr val="accent1"/>
              </a:buClr>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478355" indent="-234945">
              <a:buClr>
                <a:schemeClr val="accent1"/>
              </a:buClr>
              <a:buSzPct val="60000"/>
              <a:buFont typeface="Wingdings 3" panose="05040102010807070707" pitchFamily="18" charset="2"/>
              <a:buChar char=""/>
              <a:tabLst/>
              <a:defRPr sz="1867">
                <a:solidFill>
                  <a:schemeClr val="tx2"/>
                </a:solidFill>
                <a:latin typeface="Lato" panose="020F0502020204030203" pitchFamily="34" charset="0"/>
                <a:ea typeface="Lato" panose="020F0502020204030203" pitchFamily="34" charset="0"/>
                <a:cs typeface="Lato" panose="020F0502020204030203" pitchFamily="34" charset="0"/>
              </a:defRPr>
            </a:lvl2pPr>
            <a:lvl3pPr marL="721766" indent="-243411">
              <a:buClr>
                <a:schemeClr val="accent1"/>
              </a:buClr>
              <a:buSzPct val="60000"/>
              <a:buFont typeface="Wingdings" panose="05000000000000000000" pitchFamily="2" charset="2"/>
              <a:buChar char="l"/>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3pPr>
            <a:lvl4pPr marL="901677" indent="-179913">
              <a:buClr>
                <a:schemeClr val="accent1"/>
              </a:buClr>
              <a:buFont typeface="Arial" panose="020B0604020202020204" pitchFamily="34" charset="0"/>
              <a:buChar char="-"/>
              <a:tabLst/>
              <a:defRPr sz="1467">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
        <p:nvSpPr>
          <p:cNvPr id="21" name="Espace réservé du contenu 2"/>
          <p:cNvSpPr>
            <a:spLocks noGrp="1"/>
          </p:cNvSpPr>
          <p:nvPr>
            <p:ph idx="13" hasCustomPrompt="1"/>
          </p:nvPr>
        </p:nvSpPr>
        <p:spPr>
          <a:xfrm>
            <a:off x="6096000" y="1797051"/>
            <a:ext cx="5115027" cy="4349748"/>
          </a:xfrm>
          <a:prstGeom prst="rect">
            <a:avLst/>
          </a:prstGeom>
        </p:spPr>
        <p:txBody>
          <a:bodyPr lIns="0"/>
          <a:lstStyle>
            <a:lvl1pPr marL="179913" indent="-179913">
              <a:buClr>
                <a:schemeClr val="accent1"/>
              </a:buClr>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478355" indent="-234945">
              <a:buClr>
                <a:schemeClr val="accent1"/>
              </a:buClr>
              <a:buSzPct val="60000"/>
              <a:buFont typeface="Wingdings 3" panose="05040102010807070707" pitchFamily="18" charset="2"/>
              <a:buChar char=""/>
              <a:tabLst/>
              <a:defRPr sz="1867">
                <a:solidFill>
                  <a:schemeClr val="tx2"/>
                </a:solidFill>
                <a:latin typeface="Lato" panose="020F0502020204030203" pitchFamily="34" charset="0"/>
                <a:ea typeface="Lato" panose="020F0502020204030203" pitchFamily="34" charset="0"/>
                <a:cs typeface="Lato" panose="020F0502020204030203" pitchFamily="34" charset="0"/>
              </a:defRPr>
            </a:lvl2pPr>
            <a:lvl3pPr marL="721766" indent="-243411">
              <a:buClr>
                <a:schemeClr val="accent1"/>
              </a:buClr>
              <a:buSzPct val="60000"/>
              <a:buFont typeface="Wingdings" panose="05000000000000000000" pitchFamily="2" charset="2"/>
              <a:buChar char="l"/>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3pPr>
            <a:lvl4pPr marL="901677" indent="-179913">
              <a:buClr>
                <a:schemeClr val="accent1"/>
              </a:buClr>
              <a:buFont typeface="Arial" panose="020B0604020202020204" pitchFamily="34" charset="0"/>
              <a:buChar char="-"/>
              <a:tabLst/>
              <a:defRPr sz="1467">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Tree>
    <p:extLst>
      <p:ext uri="{BB962C8B-B14F-4D97-AF65-F5344CB8AC3E}">
        <p14:creationId xmlns:p14="http://schemas.microsoft.com/office/powerpoint/2010/main" val="2311131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Espace réservé du texte 11"/>
          <p:cNvSpPr>
            <a:spLocks noGrp="1"/>
          </p:cNvSpPr>
          <p:nvPr>
            <p:ph type="body" sz="quarter" idx="12"/>
          </p:nvPr>
        </p:nvSpPr>
        <p:spPr>
          <a:xfrm>
            <a:off x="429684" y="1796084"/>
            <a:ext cx="1775883" cy="4341283"/>
          </a:xfrm>
          <a:prstGeom prst="rect">
            <a:avLst/>
          </a:prstGeom>
        </p:spPr>
        <p:txBody>
          <a:bodyPr lIns="0">
            <a:noAutofit/>
          </a:bodyPr>
          <a:lstStyle>
            <a:lvl1pPr marL="0" indent="0">
              <a:buFontTx/>
              <a:buNone/>
              <a:defRPr sz="1867">
                <a:solidFill>
                  <a:schemeClr val="tx2"/>
                </a:solidFill>
                <a:latin typeface="Lato" panose="020F0502020204030203" pitchFamily="34" charset="0"/>
                <a:ea typeface="Lato" panose="020F0502020204030203" pitchFamily="34" charset="0"/>
                <a:cs typeface="Lato" panose="020F0502020204030203" pitchFamily="34" charset="0"/>
              </a:defRPr>
            </a:lvl1pPr>
          </a:lstStyle>
          <a:p>
            <a:pPr lvl="0"/>
            <a:endParaRPr lang="fr-FR" dirty="0"/>
          </a:p>
        </p:txBody>
      </p:sp>
      <p:pic>
        <p:nvPicPr>
          <p:cNvPr id="12"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13" name="Rectangle 12"/>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4" name="ZoneTexte 27"/>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5" name="Rectangle 14"/>
          <p:cNvSpPr/>
          <p:nvPr userDrawn="1"/>
        </p:nvSpPr>
        <p:spPr>
          <a:xfrm>
            <a:off x="0" y="1"/>
            <a:ext cx="230400" cy="817033"/>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6" name="Espace réservé du texte 10"/>
          <p:cNvSpPr>
            <a:spLocks noGrp="1"/>
          </p:cNvSpPr>
          <p:nvPr>
            <p:ph type="body" sz="quarter" idx="10"/>
          </p:nvPr>
        </p:nvSpPr>
        <p:spPr>
          <a:xfrm>
            <a:off x="287868" y="60603"/>
            <a:ext cx="10461413" cy="304669"/>
          </a:xfrm>
          <a:prstGeom prst="rect">
            <a:avLst/>
          </a:prstGeom>
        </p:spPr>
        <p:txBody>
          <a:bodyPr>
            <a:noAutofit/>
          </a:bodyPr>
          <a:lstStyle>
            <a:lvl1pPr marL="0" indent="0">
              <a:buFont typeface="Arial" panose="020B0604020202020204" pitchFamily="34" charset="0"/>
              <a:buNone/>
              <a:defRPr sz="1600" b="0" baseline="0">
                <a:solidFill>
                  <a:schemeClr val="tx2"/>
                </a:solidFill>
                <a:latin typeface="Lato" panose="020F0502020204030203" pitchFamily="34" charset="0"/>
                <a:ea typeface="Lato" panose="020F0502020204030203" pitchFamily="34" charset="0"/>
                <a:cs typeface="Lato" panose="020F0502020204030203" pitchFamily="34" charset="0"/>
              </a:defRPr>
            </a:lvl1pPr>
          </a:lstStyle>
          <a:p>
            <a:pPr lvl="0"/>
            <a:endParaRPr lang="fr-FR" dirty="0"/>
          </a:p>
        </p:txBody>
      </p:sp>
      <p:sp>
        <p:nvSpPr>
          <p:cNvPr id="17" name="Titre 1"/>
          <p:cNvSpPr>
            <a:spLocks noGrp="1"/>
          </p:cNvSpPr>
          <p:nvPr>
            <p:ph type="title"/>
          </p:nvPr>
        </p:nvSpPr>
        <p:spPr>
          <a:xfrm>
            <a:off x="287868" y="315386"/>
            <a:ext cx="10451253" cy="1022348"/>
          </a:xfrm>
          <a:prstGeom prst="rect">
            <a:avLst/>
          </a:prstGeom>
        </p:spPr>
        <p:txBody>
          <a:bodyPr/>
          <a:lstStyle>
            <a:lvl1pPr algn="l">
              <a:defRPr sz="3467"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
        <p:nvSpPr>
          <p:cNvPr id="19" name="Espace réservé du contenu 2"/>
          <p:cNvSpPr>
            <a:spLocks noGrp="1"/>
          </p:cNvSpPr>
          <p:nvPr>
            <p:ph idx="13" hasCustomPrompt="1"/>
          </p:nvPr>
        </p:nvSpPr>
        <p:spPr>
          <a:xfrm>
            <a:off x="2454615" y="1797051"/>
            <a:ext cx="9445284" cy="4349748"/>
          </a:xfrm>
          <a:prstGeom prst="rect">
            <a:avLst/>
          </a:prstGeom>
        </p:spPr>
        <p:txBody>
          <a:bodyPr lIns="0"/>
          <a:lstStyle>
            <a:lvl1pPr marL="179913" indent="-179913">
              <a:buClr>
                <a:schemeClr val="accent1"/>
              </a:buClr>
              <a:buFont typeface="Wingdings" panose="05000000000000000000" pitchFamily="2" charset="2"/>
              <a:buChar char="§"/>
              <a:defRPr sz="2133">
                <a:solidFill>
                  <a:schemeClr val="tx2"/>
                </a:solidFill>
                <a:latin typeface="Lato" panose="020F0502020204030203" pitchFamily="34" charset="0"/>
                <a:ea typeface="Lato" panose="020F0502020204030203" pitchFamily="34" charset="0"/>
                <a:cs typeface="Lato" panose="020F0502020204030203" pitchFamily="34" charset="0"/>
              </a:defRPr>
            </a:lvl1pPr>
            <a:lvl2pPr marL="478355" indent="-234945">
              <a:buClr>
                <a:schemeClr val="accent1"/>
              </a:buClr>
              <a:buSzPct val="60000"/>
              <a:buFont typeface="Wingdings 3" panose="05040102010807070707" pitchFamily="18" charset="2"/>
              <a:buChar char=""/>
              <a:tabLst/>
              <a:defRPr sz="1867">
                <a:solidFill>
                  <a:schemeClr val="tx2"/>
                </a:solidFill>
                <a:latin typeface="Lato" panose="020F0502020204030203" pitchFamily="34" charset="0"/>
                <a:ea typeface="Lato" panose="020F0502020204030203" pitchFamily="34" charset="0"/>
                <a:cs typeface="Lato" panose="020F0502020204030203" pitchFamily="34" charset="0"/>
              </a:defRPr>
            </a:lvl2pPr>
            <a:lvl3pPr marL="721766" indent="-243411">
              <a:buClr>
                <a:schemeClr val="accent1"/>
              </a:buClr>
              <a:buSzPct val="60000"/>
              <a:buFont typeface="Wingdings" panose="05000000000000000000" pitchFamily="2" charset="2"/>
              <a:buChar char="l"/>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3pPr>
            <a:lvl4pPr marL="901677" indent="-179913">
              <a:buClr>
                <a:schemeClr val="accent1"/>
              </a:buClr>
              <a:buFont typeface="Arial" panose="020B0604020202020204" pitchFamily="34" charset="0"/>
              <a:buChar char="-"/>
              <a:tabLst/>
              <a:defRPr sz="1467">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Tree>
    <p:extLst>
      <p:ext uri="{BB962C8B-B14F-4D97-AF65-F5344CB8AC3E}">
        <p14:creationId xmlns:p14="http://schemas.microsoft.com/office/powerpoint/2010/main" val="19357273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9"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10" name="Rectangle 9"/>
          <p:cNvSpPr/>
          <p:nvPr userDrawn="1"/>
        </p:nvSpPr>
        <p:spPr>
          <a:xfrm>
            <a:off x="12033600" y="320515"/>
            <a:ext cx="158400" cy="57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1" name="ZoneTexte 27"/>
          <p:cNvSpPr txBox="1"/>
          <p:nvPr userDrawn="1"/>
        </p:nvSpPr>
        <p:spPr>
          <a:xfrm>
            <a:off x="11443878" y="150637"/>
            <a:ext cx="649279" cy="276999"/>
          </a:xfrm>
          <a:prstGeom prst="rect">
            <a:avLst/>
          </a:prstGeom>
          <a:noFill/>
        </p:spPr>
        <p:txBody>
          <a:bodyPr wrap="square" rtlCol="0">
            <a:spAutoFit/>
          </a:bodyPr>
          <a:lstStyle/>
          <a:p>
            <a:pPr algn="r"/>
            <a:fld id="{58DB4608-C8F9-4B4A-9256-BCA7D067C590}" type="slidenum">
              <a:rPr lang="fr-FR" sz="12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12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2" name="Rectangle 11"/>
          <p:cNvSpPr/>
          <p:nvPr userDrawn="1"/>
        </p:nvSpPr>
        <p:spPr>
          <a:xfrm>
            <a:off x="0" y="1"/>
            <a:ext cx="230400" cy="817033"/>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4" name="Titre 1"/>
          <p:cNvSpPr>
            <a:spLocks noGrp="1"/>
          </p:cNvSpPr>
          <p:nvPr>
            <p:ph type="title"/>
          </p:nvPr>
        </p:nvSpPr>
        <p:spPr>
          <a:xfrm>
            <a:off x="287868" y="315386"/>
            <a:ext cx="10451253" cy="1022348"/>
          </a:xfrm>
          <a:prstGeom prst="rect">
            <a:avLst/>
          </a:prstGeom>
        </p:spPr>
        <p:txBody>
          <a:bodyPr/>
          <a:lstStyle>
            <a:lvl1pPr algn="l">
              <a:defRPr sz="3467"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
        <p:nvSpPr>
          <p:cNvPr id="8" name="Rectangle 7"/>
          <p:cNvSpPr/>
          <p:nvPr userDrawn="1"/>
        </p:nvSpPr>
        <p:spPr>
          <a:xfrm>
            <a:off x="1" y="2112009"/>
            <a:ext cx="4608000" cy="2887021"/>
          </a:xfrm>
          <a:prstGeom prst="rect">
            <a:avLst/>
          </a:prstGeom>
          <a:solidFill>
            <a:srgbClr val="7E93A7"/>
          </a:solidFill>
          <a:ln>
            <a:noFill/>
          </a:ln>
        </p:spPr>
        <p:txBody>
          <a:bodyPr lIns="25400" tIns="25400" rIns="25400" bIns="25400" anchor="ctr"/>
          <a:lstStyle/>
          <a:p>
            <a:pPr lvl="0" algn="l" defTabSz="412730" fontAlgn="base" hangingPunct="0">
              <a:spcBef>
                <a:spcPct val="0"/>
              </a:spcBef>
              <a:spcAft>
                <a:spcPct val="0"/>
              </a:spcAft>
            </a:pPr>
            <a:endParaRPr lang="fr-FR" sz="1600">
              <a:solidFill>
                <a:srgbClr val="FFFFFF"/>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548032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21934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Rectangle 2"/>
          <p:cNvSpPr/>
          <p:nvPr userDrawn="1"/>
        </p:nvSpPr>
        <p:spPr>
          <a:xfrm>
            <a:off x="5353015" y="0"/>
            <a:ext cx="230400" cy="1905600"/>
          </a:xfrm>
          <a:prstGeom prst="rect">
            <a:avLst/>
          </a:prstGeom>
          <a:solidFill>
            <a:schemeClr val="accent1"/>
          </a:solidFill>
          <a:ln w="3175" cap="flat">
            <a:noFill/>
            <a:miter lim="400000"/>
          </a:ln>
          <a:effectLst/>
        </p:spPr>
        <p:txBody>
          <a:bodyPr lIns="25400" tIns="25400" rIns="25400" bIns="25400" anchor="ctr"/>
          <a:lstStyle/>
          <a:p>
            <a:pPr lvl="0" algn="ctr" defTabSz="412730" fontAlgn="base" hangingPunct="0">
              <a:spcBef>
                <a:spcPct val="0"/>
              </a:spcBef>
              <a:spcAft>
                <a:spcPct val="0"/>
              </a:spcAft>
            </a:pPr>
            <a:endParaRPr lang="fr-FR" sz="16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5" name="Rectangle 4"/>
          <p:cNvSpPr/>
          <p:nvPr userDrawn="1"/>
        </p:nvSpPr>
        <p:spPr>
          <a:xfrm>
            <a:off x="1" y="0"/>
            <a:ext cx="5374216" cy="6858000"/>
          </a:xfrm>
          <a:prstGeom prst="rect">
            <a:avLst/>
          </a:prstGeom>
          <a:solidFill>
            <a:srgbClr val="7E93A7"/>
          </a:solidFill>
          <a:ln>
            <a:noFill/>
          </a:ln>
        </p:spPr>
        <p:txBody>
          <a:bodyPr lIns="25400" tIns="25400" rIns="25400" bIns="25400" anchor="ctr"/>
          <a:lstStyle/>
          <a:p>
            <a:pPr lvl="0" algn="l" defTabSz="412730" fontAlgn="base" hangingPunct="0">
              <a:spcBef>
                <a:spcPct val="0"/>
              </a:spcBef>
              <a:spcAft>
                <a:spcPct val="0"/>
              </a:spcAft>
            </a:pPr>
            <a:endParaRPr lang="fr-FR" sz="1600">
              <a:solidFill>
                <a:srgbClr val="FFFFFF"/>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7750617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5" name="Rectangle 4"/>
          <p:cNvSpPr/>
          <p:nvPr userDrawn="1"/>
        </p:nvSpPr>
        <p:spPr>
          <a:xfrm>
            <a:off x="1503682" y="0"/>
            <a:ext cx="3779519" cy="6858000"/>
          </a:xfrm>
          <a:prstGeom prst="rect">
            <a:avLst/>
          </a:prstGeom>
          <a:solidFill>
            <a:srgbClr val="7E93A7"/>
          </a:solidFill>
          <a:ln>
            <a:noFill/>
          </a:ln>
        </p:spPr>
        <p:txBody>
          <a:bodyPr lIns="25400" tIns="25400" rIns="25400" bIns="25400" anchor="ctr"/>
          <a:lstStyle/>
          <a:p>
            <a:pPr lvl="0" algn="l" defTabSz="412730" fontAlgn="base" hangingPunct="0">
              <a:spcBef>
                <a:spcPct val="0"/>
              </a:spcBef>
              <a:spcAft>
                <a:spcPct val="0"/>
              </a:spcAft>
            </a:pPr>
            <a:endParaRPr lang="fr-FR" sz="1600">
              <a:solidFill>
                <a:srgbClr val="FFFFFF"/>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5939555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re et texte vertical">
    <p:spTree>
      <p:nvGrpSpPr>
        <p:cNvPr id="1" name=""/>
        <p:cNvGrpSpPr/>
        <p:nvPr/>
      </p:nvGrpSpPr>
      <p:grpSpPr>
        <a:xfrm>
          <a:off x="0" y="0"/>
          <a:ext cx="0" cy="0"/>
          <a:chOff x="0" y="0"/>
          <a:chExt cx="0" cy="0"/>
        </a:xfrm>
      </p:grpSpPr>
      <p:sp>
        <p:nvSpPr>
          <p:cNvPr id="7" name="Espace réservé du texte 10"/>
          <p:cNvSpPr>
            <a:spLocks noGrp="1"/>
          </p:cNvSpPr>
          <p:nvPr>
            <p:ph type="body" sz="quarter" idx="10"/>
          </p:nvPr>
        </p:nvSpPr>
        <p:spPr>
          <a:xfrm>
            <a:off x="287868" y="74990"/>
            <a:ext cx="10461413" cy="304669"/>
          </a:xfrm>
          <a:prstGeom prst="rect">
            <a:avLst/>
          </a:prstGeom>
        </p:spPr>
        <p:txBody>
          <a:bodyPr>
            <a:noAutofit/>
          </a:bodyPr>
          <a:lstStyle>
            <a:lvl1pPr marL="0" indent="0">
              <a:buFont typeface="Arial" panose="020B0604020202020204" pitchFamily="34" charset="0"/>
              <a:buNone/>
              <a:defRPr sz="1400" b="0" baseline="0">
                <a:solidFill>
                  <a:schemeClr val="tx2"/>
                </a:solidFill>
                <a:latin typeface="Lato" panose="020F0502020204030203" pitchFamily="34" charset="0"/>
                <a:ea typeface="Lato" panose="020F0502020204030203" pitchFamily="34" charset="0"/>
                <a:cs typeface="Lato" panose="020F0502020204030203" pitchFamily="34" charset="0"/>
              </a:defRPr>
            </a:lvl1pPr>
          </a:lstStyle>
          <a:p>
            <a:pPr lvl="0"/>
            <a:endParaRPr lang="fr-FR" dirty="0"/>
          </a:p>
        </p:txBody>
      </p:sp>
      <p:sp>
        <p:nvSpPr>
          <p:cNvPr id="8" name="Titre 1"/>
          <p:cNvSpPr>
            <a:spLocks noGrp="1"/>
          </p:cNvSpPr>
          <p:nvPr>
            <p:ph type="title"/>
          </p:nvPr>
        </p:nvSpPr>
        <p:spPr>
          <a:xfrm>
            <a:off x="287868" y="300641"/>
            <a:ext cx="10451253" cy="764975"/>
          </a:xfrm>
          <a:prstGeom prst="rect">
            <a:avLst/>
          </a:prstGeom>
        </p:spPr>
        <p:txBody>
          <a:bodyPr anchor="t" anchorCtr="0"/>
          <a:lstStyle>
            <a:lvl1pPr algn="l">
              <a:defRPr sz="2800" b="0">
                <a:solidFill>
                  <a:schemeClr val="tx2"/>
                </a:solidFill>
                <a:latin typeface="Lato" panose="020F0502020204030203" pitchFamily="34" charset="0"/>
                <a:ea typeface="Lato" panose="020F0502020204030203" pitchFamily="34" charset="0"/>
                <a:cs typeface="Lato" panose="020F0502020204030203" pitchFamily="34" charset="0"/>
              </a:defRPr>
            </a:lvl1pPr>
          </a:lstStyle>
          <a:p>
            <a:endParaRPr lang="fr-FR" dirty="0"/>
          </a:p>
        </p:txBody>
      </p:sp>
      <p:sp>
        <p:nvSpPr>
          <p:cNvPr id="9" name="Rectangle 8"/>
          <p:cNvSpPr/>
          <p:nvPr userDrawn="1"/>
        </p:nvSpPr>
        <p:spPr>
          <a:xfrm>
            <a:off x="0" y="0"/>
            <a:ext cx="230400" cy="698400"/>
          </a:xfrm>
          <a:prstGeom prst="rect">
            <a:avLst/>
          </a:prstGeom>
          <a:solidFill>
            <a:schemeClr val="accent1"/>
          </a:solidFill>
          <a:ln w="3175" cap="flat">
            <a:noFill/>
            <a:miter lim="400000"/>
          </a:ln>
          <a:effectLst/>
        </p:spPr>
        <p:txBody>
          <a:bodyPr lIns="19050" tIns="19050" rIns="19050" bIns="19050" anchor="ctr"/>
          <a:lstStyle/>
          <a:p>
            <a:pPr lvl="0"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endParaRPr>
          </a:p>
        </p:txBody>
      </p:sp>
      <p:pic>
        <p:nvPicPr>
          <p:cNvPr id="10" name="Image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861915" y="226334"/>
            <a:ext cx="690895" cy="171553"/>
          </a:xfrm>
          <a:prstGeom prst="rect">
            <a:avLst/>
          </a:prstGeom>
        </p:spPr>
      </p:pic>
      <p:sp>
        <p:nvSpPr>
          <p:cNvPr id="11" name="Rectangle 10"/>
          <p:cNvSpPr/>
          <p:nvPr userDrawn="1"/>
        </p:nvSpPr>
        <p:spPr>
          <a:xfrm>
            <a:off x="12033600" y="354686"/>
            <a:ext cx="158400" cy="43200"/>
          </a:xfrm>
          <a:prstGeom prst="rect">
            <a:avLst/>
          </a:prstGeom>
          <a:solidFill>
            <a:schemeClr val="accent1"/>
          </a:solidFill>
          <a:ln w="3175" cap="flat">
            <a:noFill/>
            <a:miter lim="400000"/>
          </a:ln>
          <a:effectLst/>
        </p:spPr>
        <p:txBody>
          <a:bodyPr lIns="19050" tIns="19050" rIns="19050" bIns="19050" anchor="ctr"/>
          <a:lstStyle/>
          <a:p>
            <a:pPr lvl="0" algn="ctr" defTabSz="309555" fontAlgn="base" hangingPunct="0">
              <a:spcBef>
                <a:spcPct val="0"/>
              </a:spcBef>
              <a:spcAft>
                <a:spcPct val="0"/>
              </a:spcAft>
            </a:pPr>
            <a:endParaRPr lang="fr-FR" sz="1200">
              <a:solidFill>
                <a:srgbClr val="2B72FF"/>
              </a:solidFill>
              <a:latin typeface="Lato" panose="020F0502020204030203" pitchFamily="34" charset="0"/>
              <a:ea typeface="Lato" panose="020F0502020204030203" pitchFamily="34" charset="0"/>
              <a:cs typeface="Lato" panose="020F0502020204030203" pitchFamily="34" charset="0"/>
            </a:endParaRPr>
          </a:p>
        </p:txBody>
      </p:sp>
      <p:sp>
        <p:nvSpPr>
          <p:cNvPr id="12" name="ZoneTexte 11"/>
          <p:cNvSpPr txBox="1"/>
          <p:nvPr userDrawn="1"/>
        </p:nvSpPr>
        <p:spPr>
          <a:xfrm>
            <a:off x="11443878" y="227277"/>
            <a:ext cx="649279" cy="230832"/>
          </a:xfrm>
          <a:prstGeom prst="rect">
            <a:avLst/>
          </a:prstGeom>
          <a:noFill/>
        </p:spPr>
        <p:txBody>
          <a:bodyPr wrap="square" rtlCol="0">
            <a:spAutoFit/>
          </a:bodyPr>
          <a:lstStyle/>
          <a:p>
            <a:pPr algn="r"/>
            <a:fld id="{58DB4608-C8F9-4B4A-9256-BCA7D067C590}" type="slidenum">
              <a:rPr lang="fr-FR" sz="900" smtClean="0">
                <a:solidFill>
                  <a:schemeClr val="tx2"/>
                </a:solidFill>
                <a:latin typeface="Lato" panose="020F0502020204030203" pitchFamily="34" charset="0"/>
                <a:ea typeface="Lato" panose="020F0502020204030203" pitchFamily="34" charset="0"/>
                <a:cs typeface="Lato" panose="020F0502020204030203" pitchFamily="34" charset="0"/>
              </a:rPr>
              <a:pPr algn="r"/>
              <a:t>‹#›</a:t>
            </a:fld>
            <a:endParaRPr lang="fr-FR" sz="9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
        <p:nvSpPr>
          <p:cNvPr id="13" name="Espace réservé du contenu 2"/>
          <p:cNvSpPr>
            <a:spLocks noGrp="1"/>
          </p:cNvSpPr>
          <p:nvPr>
            <p:ph idx="11" hasCustomPrompt="1"/>
          </p:nvPr>
        </p:nvSpPr>
        <p:spPr>
          <a:xfrm>
            <a:off x="2448000" y="1773238"/>
            <a:ext cx="9504000" cy="4320058"/>
          </a:xfrm>
          <a:prstGeom prst="rect">
            <a:avLst/>
          </a:prstGeom>
        </p:spPr>
        <p:txBody>
          <a:bodyPr lIns="0"/>
          <a:lstStyle>
            <a:lvl1pPr marL="180975" indent="-180975">
              <a:buClr>
                <a:schemeClr val="accent1"/>
              </a:buClr>
              <a:buFont typeface="Wingdings" panose="05000000000000000000" pitchFamily="2" charset="2"/>
              <a:buChar char="§"/>
              <a:defRPr sz="18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buClr>
                <a:schemeClr val="accent1"/>
              </a:buClr>
              <a:buSzPct val="60000"/>
              <a:buFont typeface="Wingdings 3" panose="05040102010807070707" pitchFamily="18" charset="2"/>
              <a:buChar char=""/>
              <a:tabLst/>
              <a:defRPr sz="16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buClr>
                <a:schemeClr val="accent1"/>
              </a:buClr>
              <a:tabLst/>
              <a:defRPr sz="14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buClr>
                <a:schemeClr val="accent1"/>
              </a:buClr>
              <a:buSzPct val="75000"/>
              <a:buFont typeface="Arial" panose="020B0604020202020204" pitchFamily="34" charset="0"/>
              <a:buChar char="-"/>
              <a:tabLst/>
              <a:defRPr sz="1050">
                <a:solidFill>
                  <a:schemeClr val="tx2"/>
                </a:solidFill>
                <a:latin typeface="Lato" panose="020F0502020204030203" pitchFamily="34" charset="0"/>
                <a:ea typeface="Lato" panose="020F0502020204030203" pitchFamily="34" charset="0"/>
                <a:cs typeface="Lato" panose="020F0502020204030203" pitchFamily="34" charset="0"/>
              </a:defRPr>
            </a:lvl4pPr>
          </a:lstStyle>
          <a:p>
            <a:pPr lvl="0"/>
            <a:r>
              <a:rPr lang="fr-FR" dirty="0"/>
              <a:t>Level 1 </a:t>
            </a:r>
            <a:r>
              <a:rPr lang="fr-FR" dirty="0" err="1"/>
              <a:t>text</a:t>
            </a:r>
            <a:endParaRPr lang="fr-FR" dirty="0"/>
          </a:p>
          <a:p>
            <a:pPr lvl="1"/>
            <a:r>
              <a:rPr lang="fr-FR" dirty="0"/>
              <a:t>Level 2 </a:t>
            </a:r>
            <a:r>
              <a:rPr lang="fr-FR" dirty="0" err="1"/>
              <a:t>text</a:t>
            </a:r>
            <a:endParaRPr lang="fr-FR" dirty="0"/>
          </a:p>
          <a:p>
            <a:pPr lvl="2"/>
            <a:r>
              <a:rPr lang="fr-FR" dirty="0"/>
              <a:t>Level 3 </a:t>
            </a:r>
            <a:r>
              <a:rPr lang="fr-FR" dirty="0" err="1"/>
              <a:t>text</a:t>
            </a:r>
            <a:endParaRPr lang="fr-FR" dirty="0"/>
          </a:p>
          <a:p>
            <a:pPr lvl="3"/>
            <a:r>
              <a:rPr lang="fr-FR" dirty="0"/>
              <a:t>Level 4 </a:t>
            </a:r>
            <a:r>
              <a:rPr lang="fr-FR" dirty="0" err="1"/>
              <a:t>text</a:t>
            </a:r>
            <a:endParaRPr lang="fr-FR" dirty="0"/>
          </a:p>
        </p:txBody>
      </p:sp>
      <p:sp>
        <p:nvSpPr>
          <p:cNvPr id="14" name="Espace réservé du texte 11"/>
          <p:cNvSpPr>
            <a:spLocks noGrp="1"/>
          </p:cNvSpPr>
          <p:nvPr>
            <p:ph type="body" sz="quarter" idx="12"/>
          </p:nvPr>
        </p:nvSpPr>
        <p:spPr>
          <a:xfrm>
            <a:off x="429684" y="1796086"/>
            <a:ext cx="1775883" cy="4297211"/>
          </a:xfrm>
          <a:prstGeom prst="rect">
            <a:avLst/>
          </a:prstGeom>
        </p:spPr>
        <p:txBody>
          <a:bodyPr lIns="0">
            <a:noAutofit/>
          </a:bodyPr>
          <a:lstStyle>
            <a:lvl1pPr>
              <a:defRPr lang="fr-FR" sz="1600" b="0" i="0" dirty="0">
                <a:solidFill>
                  <a:schemeClr val="tx2"/>
                </a:solidFill>
                <a:latin typeface="Lato" panose="020F0502020204030203" pitchFamily="34" charset="0"/>
                <a:ea typeface="Lato" panose="020F0502020204030203" pitchFamily="34" charset="0"/>
                <a:cs typeface="Lato" panose="020F0502020204030203" pitchFamily="34" charset="0"/>
              </a:defRPr>
            </a:lvl1pPr>
          </a:lstStyle>
          <a:p>
            <a:pPr marL="0" lvl="0" indent="0">
              <a:lnSpc>
                <a:spcPct val="90000"/>
              </a:lnSpc>
              <a:spcBef>
                <a:spcPts val="1000"/>
              </a:spcBef>
              <a:buClr>
                <a:schemeClr val="accent1"/>
              </a:buClr>
              <a:buFontTx/>
              <a:buNone/>
              <a:tabLst/>
            </a:pPr>
            <a:endParaRPr lang="fr-FR" dirty="0"/>
          </a:p>
        </p:txBody>
      </p:sp>
    </p:spTree>
    <p:extLst>
      <p:ext uri="{BB962C8B-B14F-4D97-AF65-F5344CB8AC3E}">
        <p14:creationId xmlns:p14="http://schemas.microsoft.com/office/powerpoint/2010/main" val="3782529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3" name="Connecteur droit 2"/>
          <p:cNvCxnSpPr/>
          <p:nvPr/>
        </p:nvCxnSpPr>
        <p:spPr>
          <a:xfrm>
            <a:off x="0" y="0"/>
            <a:ext cx="12192000"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Connecteur droit 3"/>
          <p:cNvCxnSpPr/>
          <p:nvPr/>
        </p:nvCxnSpPr>
        <p:spPr>
          <a:xfrm>
            <a:off x="0" y="6855501"/>
            <a:ext cx="12192000"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Image 9">
            <a:extLst>
              <a:ext uri="{FF2B5EF4-FFF2-40B4-BE49-F238E27FC236}">
                <a16:creationId xmlns:a16="http://schemas.microsoft.com/office/drawing/2014/main" id="{872D69A7-4959-4321-AB9E-BF7FFFD35FBF}"/>
              </a:ext>
            </a:extLst>
          </p:cNvPr>
          <p:cNvPicPr>
            <a:picLocks noChangeAspect="1"/>
          </p:cNvPicPr>
          <p:nvPr userDrawn="1"/>
        </p:nvPicPr>
        <p:blipFill>
          <a:blip r:embed="rId17" cstate="print">
            <a:extLst>
              <a:ext uri="{28A0092B-C50C-407E-A947-70E740481C1C}">
                <a14:useLocalDpi xmlns:a14="http://schemas.microsoft.com/office/drawing/2010/main"/>
              </a:ext>
            </a:extLst>
          </a:blip>
          <a:stretch>
            <a:fillRect/>
          </a:stretch>
        </p:blipFill>
        <p:spPr>
          <a:xfrm>
            <a:off x="10861915" y="149378"/>
            <a:ext cx="690895" cy="228737"/>
          </a:xfrm>
          <a:prstGeom prst="rect">
            <a:avLst/>
          </a:prstGeom>
        </p:spPr>
      </p:pic>
      <p:sp>
        <p:nvSpPr>
          <p:cNvPr id="2" name="MSIPCMContentMarking" descr="{&quot;HashCode&quot;:-1835399402,&quot;Placement&quot;:&quot;Footer&quot;,&quot;Top&quot;:519.343,&quot;Left&quot;:410.641571,&quot;SlideWidth&quot;:960,&quot;SlideHeight&quot;:540}"/>
          <p:cNvSpPr txBox="1"/>
          <p:nvPr userDrawn="1"/>
        </p:nvSpPr>
        <p:spPr>
          <a:xfrm>
            <a:off x="5215148" y="6595656"/>
            <a:ext cx="1761705"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a:solidFill>
                  <a:srgbClr val="000000"/>
                </a:solidFill>
                <a:latin typeface="Calibri" panose="020F0502020204030204" pitchFamily="34" charset="0"/>
              </a:rPr>
              <a:t>Usage Interne / Internal Use</a:t>
            </a:r>
          </a:p>
        </p:txBody>
      </p:sp>
    </p:spTree>
    <p:extLst>
      <p:ext uri="{BB962C8B-B14F-4D97-AF65-F5344CB8AC3E}">
        <p14:creationId xmlns:p14="http://schemas.microsoft.com/office/powerpoint/2010/main" val="39790264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4244" r:id="rId15"/>
  </p:sldLayoutIdLst>
  <p:hf hdr="0" ftr="0" dt="0"/>
  <p:txStyles>
    <p:titleStyle>
      <a:lvl1pPr algn="l" defTabSz="914400" rtl="0" eaLnBrk="1" latinLnBrk="0" hangingPunct="1">
        <a:lnSpc>
          <a:spcPct val="90000"/>
        </a:lnSpc>
        <a:spcBef>
          <a:spcPct val="0"/>
        </a:spcBef>
        <a:buNone/>
        <a:defRPr sz="2600" b="1" i="0" kern="1200">
          <a:solidFill>
            <a:schemeClr val="tx2"/>
          </a:solidFill>
          <a:latin typeface="Lato Semibold" charset="0"/>
          <a:ea typeface="Lato Semibold" charset="0"/>
          <a:cs typeface="Lato Semibold" charset="0"/>
        </a:defRPr>
      </a:lvl1pPr>
    </p:titleStyle>
    <p:bodyStyle>
      <a:lvl1pPr marL="133350" indent="-133350" algn="l" defTabSz="914400" rtl="0" eaLnBrk="1" latinLnBrk="0" hangingPunct="1">
        <a:lnSpc>
          <a:spcPct val="90000"/>
        </a:lnSpc>
        <a:spcBef>
          <a:spcPts val="1000"/>
        </a:spcBef>
        <a:buClr>
          <a:schemeClr val="accent1"/>
        </a:buClr>
        <a:buFont typeface="Wingdings" charset="2"/>
        <a:buChar char="§"/>
        <a:tabLst/>
        <a:defRPr sz="1600" b="0" i="0" kern="1200">
          <a:solidFill>
            <a:schemeClr val="tx2"/>
          </a:solidFill>
          <a:latin typeface="Lato" charset="0"/>
          <a:ea typeface="Lato" charset="0"/>
          <a:cs typeface="Lato" charset="0"/>
        </a:defRPr>
      </a:lvl1pPr>
      <a:lvl2pPr marL="360363" indent="-92075" algn="l" defTabSz="914400" rtl="0" eaLnBrk="1" latinLnBrk="0" hangingPunct="1">
        <a:lnSpc>
          <a:spcPct val="90000"/>
        </a:lnSpc>
        <a:spcBef>
          <a:spcPts val="500"/>
        </a:spcBef>
        <a:buClr>
          <a:schemeClr val="accent1"/>
        </a:buClr>
        <a:buSzPct val="50000"/>
        <a:buFont typeface="LucidaGrande" charset="0"/>
        <a:buChar char="▶︎"/>
        <a:tabLst/>
        <a:defRPr sz="1400" b="0" i="0" kern="1200">
          <a:solidFill>
            <a:schemeClr val="tx2"/>
          </a:solidFill>
          <a:latin typeface="Lato" charset="0"/>
          <a:ea typeface="Lato" charset="0"/>
          <a:cs typeface="Lato" charset="0"/>
        </a:defRPr>
      </a:lvl2pPr>
      <a:lvl3pPr marL="623888" indent="-85725" algn="l" defTabSz="914400" rtl="0" eaLnBrk="1" latinLnBrk="0" hangingPunct="1">
        <a:lnSpc>
          <a:spcPct val="90000"/>
        </a:lnSpc>
        <a:spcBef>
          <a:spcPts val="500"/>
        </a:spcBef>
        <a:buClr>
          <a:schemeClr val="accent1"/>
        </a:buClr>
        <a:buSzPct val="75000"/>
        <a:buFont typeface="Helvetica" charset="-52"/>
        <a:buChar char="●"/>
        <a:tabLst/>
        <a:defRPr sz="1200" b="0" i="0" kern="1200">
          <a:solidFill>
            <a:schemeClr val="tx2"/>
          </a:solidFill>
          <a:latin typeface="Lato" charset="0"/>
          <a:ea typeface="Lato" charset="0"/>
          <a:cs typeface="Lato" charset="0"/>
        </a:defRPr>
      </a:lvl3pPr>
      <a:lvl4pPr marL="893763" indent="-92075" algn="l" defTabSz="914400" rtl="0" eaLnBrk="1" latinLnBrk="0" hangingPunct="1">
        <a:lnSpc>
          <a:spcPct val="90000"/>
        </a:lnSpc>
        <a:spcBef>
          <a:spcPts val="500"/>
        </a:spcBef>
        <a:buClr>
          <a:schemeClr val="accent1"/>
        </a:buClr>
        <a:buFont typeface="Helvetica" charset="-52"/>
        <a:buChar char="⁃"/>
        <a:tabLst/>
        <a:defRPr sz="1000" b="0" i="0" kern="1200">
          <a:solidFill>
            <a:schemeClr val="tx2"/>
          </a:solidFill>
          <a:latin typeface="Lato" charset="0"/>
          <a:ea typeface="Lato" charset="0"/>
          <a:cs typeface="Lato" charset="0"/>
        </a:defRPr>
      </a:lvl4pPr>
      <a:lvl5pPr marL="2057400" indent="-228600" algn="l" defTabSz="914400" rtl="0" eaLnBrk="1" latinLnBrk="0" hangingPunct="1">
        <a:lnSpc>
          <a:spcPct val="90000"/>
        </a:lnSpc>
        <a:spcBef>
          <a:spcPts val="500"/>
        </a:spcBef>
        <a:buFont typeface="Arial"/>
        <a:buChar char="•"/>
        <a:defRPr sz="1800" b="0" i="0" kern="1200">
          <a:solidFill>
            <a:schemeClr val="tx2"/>
          </a:solidFill>
          <a:latin typeface="Lato" charset="0"/>
          <a:ea typeface="Lato" charset="0"/>
          <a:cs typeface="Lato"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MSIPCMContentMarking" descr="{&quot;HashCode&quot;:-1835399402,&quot;Placement&quot;:&quot;Footer&quot;,&quot;Top&quot;:519.343,&quot;Left&quot;:410.641571,&quot;SlideWidth&quot;:960,&quot;SlideHeight&quot;:540}"/>
          <p:cNvSpPr txBox="1"/>
          <p:nvPr userDrawn="1"/>
        </p:nvSpPr>
        <p:spPr>
          <a:xfrm>
            <a:off x="5215148" y="6595656"/>
            <a:ext cx="1761705" cy="262344"/>
          </a:xfrm>
          <a:prstGeom prst="rect">
            <a:avLst/>
          </a:prstGeom>
          <a:noFill/>
        </p:spPr>
        <p:txBody>
          <a:bodyPr vert="horz" wrap="square" lIns="0" tIns="0" rIns="0" bIns="0" rtlCol="0" anchor="ctr" anchorCtr="1">
            <a:spAutoFit/>
          </a:bodyPr>
          <a:lstStyle/>
          <a:p>
            <a:pPr algn="ctr">
              <a:spcBef>
                <a:spcPts val="0"/>
              </a:spcBef>
              <a:spcAft>
                <a:spcPts val="0"/>
              </a:spcAft>
            </a:pPr>
            <a:r>
              <a:rPr lang="fr-FR" sz="1000">
                <a:solidFill>
                  <a:srgbClr val="000000"/>
                </a:solidFill>
                <a:latin typeface="Calibri" panose="020F0502020204030204" pitchFamily="34" charset="0"/>
              </a:rPr>
              <a:t>Usage Interne / Internal Use</a:t>
            </a:r>
          </a:p>
        </p:txBody>
      </p:sp>
    </p:spTree>
    <p:extLst>
      <p:ext uri="{BB962C8B-B14F-4D97-AF65-F5344CB8AC3E}">
        <p14:creationId xmlns:p14="http://schemas.microsoft.com/office/powerpoint/2010/main" val="293138463"/>
      </p:ext>
    </p:extLst>
  </p:cSld>
  <p:clrMap bg1="lt1" tx1="dk1" bg2="lt2" tx2="dk2" accent1="accent1" accent2="accent2" accent3="accent3" accent4="accent4" accent5="accent5" accent6="accent6" hlink="hlink" folHlink="folHlink"/>
  <p:sldLayoutIdLst>
    <p:sldLayoutId id="2147484674" r:id="rId1"/>
    <p:sldLayoutId id="2147484675" r:id="rId2"/>
    <p:sldLayoutId id="2147484676" r:id="rId3"/>
    <p:sldLayoutId id="2147484677" r:id="rId4"/>
    <p:sldLayoutId id="2147484678" r:id="rId5"/>
    <p:sldLayoutId id="2147484679" r:id="rId6"/>
    <p:sldLayoutId id="2147484680" r:id="rId7"/>
    <p:sldLayoutId id="2147484681" r:id="rId8"/>
    <p:sldLayoutId id="2147484682" r:id="rId9"/>
    <p:sldLayoutId id="2147484683" r:id="rId10"/>
    <p:sldLayoutId id="2147484684" r:id="rId11"/>
    <p:sldLayoutId id="2147484685" r:id="rId12"/>
    <p:sldLayoutId id="2147484725" r:id="rId13"/>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s://cagip-stream.group.gca/itv/cagip/embed_video/_e_1_/2487_conference-on-251125-equal-opportunities-at-the-heart-of-employee-development?ds=2429,0" TargetMode="External"/><Relationship Id="rId7" Type="http://schemas.openxmlformats.org/officeDocument/2006/relationships/image" Target="../media/image10.png"/><Relationship Id="rId2" Type="http://schemas.openxmlformats.org/officeDocument/2006/relationships/hyperlink" Target="https://caceis-m.ca-mocca.com/sites/omnia-group/SitePages/News%20Group/DIBarometerResults.aspx" TargetMode="External"/><Relationship Id="rId1" Type="http://schemas.openxmlformats.org/officeDocument/2006/relationships/slideLayout" Target="../slideLayouts/slideLayout28.xml"/><Relationship Id="rId6" Type="http://schemas.openxmlformats.org/officeDocument/2006/relationships/image" Target="../media/image9.jpeg"/><Relationship Id="rId11" Type="http://schemas.openxmlformats.org/officeDocument/2006/relationships/image" Target="../media/image14.jpeg"/><Relationship Id="rId5" Type="http://schemas.openxmlformats.org/officeDocument/2006/relationships/hyperlink" Target="https://caceis-m.ca-mocca.com/sites/omnia-group/SitePages/News%20Group/Rise-Together-%E2%80%93-Episode-3--The-strength-from-our-differences.aspx" TargetMode="External"/><Relationship Id="rId10" Type="http://schemas.openxmlformats.org/officeDocument/2006/relationships/image" Target="../media/image13.jpeg"/><Relationship Id="rId4" Type="http://schemas.openxmlformats.org/officeDocument/2006/relationships/hyperlink" Target="https://www.linkedin.com/learning/paths/groupe-credit-agricole-d-i-in-action?shareId=1e449c93-cdcf-497d-8565-f14a98d67c09&amp;accountId=80127226&amp;u=80127226&amp;success=true&amp;authUUID=r30LzmhuTwKzjVqSdA5QYg%3D%3D" TargetMode="External"/><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9.jpeg"/><Relationship Id="rId1" Type="http://schemas.openxmlformats.org/officeDocument/2006/relationships/slideLayout" Target="../slideLayouts/slideLayout28.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9.jpeg"/><Relationship Id="rId1" Type="http://schemas.openxmlformats.org/officeDocument/2006/relationships/slideLayout" Target="../slideLayouts/slideLayout28.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jpe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jpeg"/><Relationship Id="rId1" Type="http://schemas.openxmlformats.org/officeDocument/2006/relationships/slideLayout" Target="../slideLayouts/slideLayout28.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jpeg"/></Relationships>
</file>

<file path=ppt/slides/_rels/slide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9.jpeg"/><Relationship Id="rId1" Type="http://schemas.openxmlformats.org/officeDocument/2006/relationships/slideLayout" Target="../slideLayouts/slideLayout28.xml"/><Relationship Id="rId4" Type="http://schemas.openxmlformats.org/officeDocument/2006/relationships/image" Target="../media/image29.jpeg"/></Relationships>
</file>

<file path=ppt/slides/_rels/slide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9295" y="2372784"/>
            <a:ext cx="8966385" cy="2120168"/>
          </a:xfrm>
        </p:spPr>
        <p:txBody>
          <a:bodyPr/>
          <a:lstStyle/>
          <a:p>
            <a:pPr algn="ctr"/>
            <a:r>
              <a:rPr lang="en-US" dirty="0"/>
              <a:t>Diversity Month 2025: wrap up</a:t>
            </a:r>
            <a:br>
              <a:rPr lang="en-US" dirty="0"/>
            </a:br>
            <a:r>
              <a:rPr lang="en-US" dirty="0"/>
              <a:t>&amp;</a:t>
            </a:r>
            <a:br>
              <a:rPr lang="en-US" dirty="0"/>
            </a:br>
            <a:r>
              <a:rPr lang="en-GB" dirty="0"/>
              <a:t>D&amp;I Group roadmap project 2026</a:t>
            </a:r>
            <a:br>
              <a:rPr lang="en-US" dirty="0"/>
            </a:br>
            <a:endParaRPr lang="en-US" dirty="0"/>
          </a:p>
        </p:txBody>
      </p:sp>
      <p:pic>
        <p:nvPicPr>
          <p:cNvPr id="12" name="Image 11" descr="Une image contenant texte, Police, capture d’écran, logo&#10;&#10;Le contenu généré par l’IA peut être incorrect.">
            <a:extLst>
              <a:ext uri="{FF2B5EF4-FFF2-40B4-BE49-F238E27FC236}">
                <a16:creationId xmlns:a16="http://schemas.microsoft.com/office/drawing/2014/main" id="{59CE492B-49C6-FAF4-91A1-91247DA7E2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105" y="5271247"/>
            <a:ext cx="1297109" cy="1111622"/>
          </a:xfrm>
          <a:prstGeom prst="rect">
            <a:avLst/>
          </a:prstGeom>
        </p:spPr>
      </p:pic>
      <p:sp>
        <p:nvSpPr>
          <p:cNvPr id="3" name="ZoneTexte 2">
            <a:extLst>
              <a:ext uri="{FF2B5EF4-FFF2-40B4-BE49-F238E27FC236}">
                <a16:creationId xmlns:a16="http://schemas.microsoft.com/office/drawing/2014/main" id="{DB02D310-E9A4-F2C0-6C74-B2E3F2599688}"/>
              </a:ext>
            </a:extLst>
          </p:cNvPr>
          <p:cNvSpPr txBox="1"/>
          <p:nvPr/>
        </p:nvSpPr>
        <p:spPr>
          <a:xfrm>
            <a:off x="4674637" y="5673012"/>
            <a:ext cx="4581330" cy="646331"/>
          </a:xfrm>
          <a:prstGeom prst="rect">
            <a:avLst/>
          </a:prstGeom>
          <a:noFill/>
        </p:spPr>
        <p:txBody>
          <a:bodyPr wrap="square" rtlCol="0">
            <a:spAutoFit/>
          </a:bodyPr>
          <a:lstStyle/>
          <a:p>
            <a:pPr algn="ctr"/>
            <a:r>
              <a:rPr lang="fr-FR" dirty="0">
                <a:solidFill>
                  <a:schemeClr val="tx1">
                    <a:lumMod val="65000"/>
                    <a:lumOff val="35000"/>
                  </a:schemeClr>
                </a:solidFill>
              </a:rPr>
              <a:t>HR Dev Co</a:t>
            </a:r>
          </a:p>
          <a:p>
            <a:pPr algn="ctr"/>
            <a:r>
              <a:rPr lang="fr-FR" dirty="0">
                <a:solidFill>
                  <a:schemeClr val="tx1">
                    <a:lumMod val="65000"/>
                    <a:lumOff val="35000"/>
                  </a:schemeClr>
                </a:solidFill>
              </a:rPr>
              <a:t>12 </a:t>
            </a:r>
            <a:r>
              <a:rPr lang="fr-FR" dirty="0" err="1">
                <a:solidFill>
                  <a:schemeClr val="tx1">
                    <a:lumMod val="65000"/>
                    <a:lumOff val="35000"/>
                  </a:schemeClr>
                </a:solidFill>
              </a:rPr>
              <a:t>December</a:t>
            </a:r>
            <a:r>
              <a:rPr lang="fr-FR" dirty="0">
                <a:solidFill>
                  <a:schemeClr val="tx1">
                    <a:lumMod val="65000"/>
                    <a:lumOff val="35000"/>
                  </a:schemeClr>
                </a:solidFill>
              </a:rPr>
              <a:t> 2025</a:t>
            </a:r>
          </a:p>
        </p:txBody>
      </p:sp>
    </p:spTree>
    <p:extLst>
      <p:ext uri="{BB962C8B-B14F-4D97-AF65-F5344CB8AC3E}">
        <p14:creationId xmlns:p14="http://schemas.microsoft.com/office/powerpoint/2010/main" val="2720894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DD8986-CBDA-3A39-1938-5AF9E8EBDB4C}"/>
              </a:ext>
            </a:extLst>
          </p:cNvPr>
          <p:cNvSpPr/>
          <p:nvPr/>
        </p:nvSpPr>
        <p:spPr>
          <a:xfrm>
            <a:off x="5120640" y="6317674"/>
            <a:ext cx="1892808" cy="4653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Espace réservé du texte 1">
            <a:extLst>
              <a:ext uri="{FF2B5EF4-FFF2-40B4-BE49-F238E27FC236}">
                <a16:creationId xmlns:a16="http://schemas.microsoft.com/office/drawing/2014/main" id="{D4070786-675B-2E36-B129-5EB630A66B2A}"/>
              </a:ext>
            </a:extLst>
          </p:cNvPr>
          <p:cNvSpPr>
            <a:spLocks noGrp="1"/>
          </p:cNvSpPr>
          <p:nvPr>
            <p:ph type="body" sz="quarter" idx="10"/>
          </p:nvPr>
        </p:nvSpPr>
        <p:spPr/>
        <p:txBody>
          <a:bodyPr/>
          <a:lstStyle/>
          <a:p>
            <a:r>
              <a:rPr lang="en-US" dirty="0"/>
              <a:t>Diversity Month 2025 – Wrap up</a:t>
            </a:r>
          </a:p>
          <a:p>
            <a:endParaRPr lang="fr-FR" dirty="0"/>
          </a:p>
        </p:txBody>
      </p:sp>
      <p:sp>
        <p:nvSpPr>
          <p:cNvPr id="3" name="Titre 2">
            <a:extLst>
              <a:ext uri="{FF2B5EF4-FFF2-40B4-BE49-F238E27FC236}">
                <a16:creationId xmlns:a16="http://schemas.microsoft.com/office/drawing/2014/main" id="{457CDA42-BB5A-C773-0426-5C1F2B4BE3A7}"/>
              </a:ext>
            </a:extLst>
          </p:cNvPr>
          <p:cNvSpPr>
            <a:spLocks noGrp="1"/>
          </p:cNvSpPr>
          <p:nvPr>
            <p:ph type="title"/>
          </p:nvPr>
        </p:nvSpPr>
        <p:spPr>
          <a:xfrm>
            <a:off x="274152" y="291422"/>
            <a:ext cx="10451253" cy="764975"/>
          </a:xfrm>
        </p:spPr>
        <p:txBody>
          <a:bodyPr/>
          <a:lstStyle/>
          <a:p>
            <a:r>
              <a:rPr lang="fr-FR" dirty="0"/>
              <a:t>Diversity </a:t>
            </a:r>
            <a:r>
              <a:rPr lang="fr-FR" dirty="0" err="1"/>
              <a:t>Month</a:t>
            </a:r>
            <a:r>
              <a:rPr lang="fr-FR" dirty="0"/>
              <a:t> </a:t>
            </a:r>
            <a:r>
              <a:rPr lang="fr-FR" dirty="0" err="1"/>
              <a:t>overview</a:t>
            </a:r>
            <a:r>
              <a:rPr lang="fr-FR" dirty="0"/>
              <a:t> at a group </a:t>
            </a:r>
            <a:r>
              <a:rPr lang="fr-FR" dirty="0" err="1"/>
              <a:t>level</a:t>
            </a:r>
            <a:endParaRPr lang="fr-FR" dirty="0"/>
          </a:p>
        </p:txBody>
      </p:sp>
      <p:sp>
        <p:nvSpPr>
          <p:cNvPr id="4" name="Espace réservé du contenu 3">
            <a:extLst>
              <a:ext uri="{FF2B5EF4-FFF2-40B4-BE49-F238E27FC236}">
                <a16:creationId xmlns:a16="http://schemas.microsoft.com/office/drawing/2014/main" id="{6FE98D70-4DE0-E199-67ED-16045A4536F9}"/>
              </a:ext>
            </a:extLst>
          </p:cNvPr>
          <p:cNvSpPr>
            <a:spLocks noGrp="1"/>
          </p:cNvSpPr>
          <p:nvPr>
            <p:ph idx="11"/>
          </p:nvPr>
        </p:nvSpPr>
        <p:spPr>
          <a:xfrm>
            <a:off x="2498048" y="1261475"/>
            <a:ext cx="9611562" cy="5178050"/>
          </a:xfrm>
        </p:spPr>
        <p:txBody>
          <a:bodyPr/>
          <a:lstStyle/>
          <a:p>
            <a:r>
              <a:rPr lang="fr-FR" dirty="0"/>
              <a:t>D&amp;I </a:t>
            </a:r>
            <a:r>
              <a:rPr lang="fr-FR" dirty="0" err="1"/>
              <a:t>barometer</a:t>
            </a:r>
            <a:r>
              <a:rPr lang="fr-FR" dirty="0"/>
              <a:t> group </a:t>
            </a:r>
            <a:r>
              <a:rPr lang="fr-FR" dirty="0" err="1"/>
              <a:t>results</a:t>
            </a:r>
            <a:endParaRPr lang="fr-FR" dirty="0"/>
          </a:p>
          <a:p>
            <a:pPr lvl="1"/>
            <a:r>
              <a:rPr lang="fr-FR" dirty="0" err="1"/>
              <a:t>Presentation</a:t>
            </a:r>
            <a:r>
              <a:rPr lang="fr-FR" dirty="0"/>
              <a:t> to: Comex (3.11), CMD </a:t>
            </a:r>
            <a:r>
              <a:rPr lang="fr-FR" dirty="0" err="1"/>
              <a:t>committee</a:t>
            </a:r>
            <a:r>
              <a:rPr lang="fr-FR" dirty="0"/>
              <a:t> (19.11)</a:t>
            </a:r>
          </a:p>
          <a:p>
            <a:pPr lvl="1"/>
            <a:r>
              <a:rPr lang="fr-FR" dirty="0">
                <a:hlinkClick r:id="rId2"/>
              </a:rPr>
              <a:t>Infographic </a:t>
            </a:r>
            <a:r>
              <a:rPr lang="fr-FR" dirty="0" err="1">
                <a:hlinkClick r:id="rId2"/>
              </a:rPr>
              <a:t>with</a:t>
            </a:r>
            <a:r>
              <a:rPr lang="fr-FR" dirty="0">
                <a:hlinkClick r:id="rId2"/>
              </a:rPr>
              <a:t> main insights on OMNIA </a:t>
            </a:r>
            <a:r>
              <a:rPr lang="fr-FR" dirty="0"/>
              <a:t>(20.11)</a:t>
            </a:r>
          </a:p>
          <a:p>
            <a:pPr lvl="1"/>
            <a:r>
              <a:rPr lang="fr-FR" dirty="0"/>
              <a:t>In France: </a:t>
            </a:r>
            <a:r>
              <a:rPr lang="fr-FR" dirty="0" err="1"/>
              <a:t>presentation</a:t>
            </a:r>
            <a:r>
              <a:rPr lang="fr-FR" dirty="0"/>
              <a:t> to the Works Council (27.11), Town Hall (16.12)</a:t>
            </a:r>
          </a:p>
          <a:p>
            <a:pPr marL="182562" lvl="1" indent="0">
              <a:buNone/>
            </a:pPr>
            <a:endParaRPr lang="fr-FR" dirty="0"/>
          </a:p>
          <a:p>
            <a:r>
              <a:rPr lang="fr-FR" dirty="0">
                <a:hlinkClick r:id="rId3"/>
              </a:rPr>
              <a:t>Conference on </a:t>
            </a:r>
            <a:r>
              <a:rPr lang="fr-FR" dirty="0" err="1">
                <a:hlinkClick r:id="rId3"/>
              </a:rPr>
              <a:t>equal</a:t>
            </a:r>
            <a:r>
              <a:rPr lang="fr-FR" dirty="0">
                <a:hlinkClick r:id="rId3"/>
              </a:rPr>
              <a:t> </a:t>
            </a:r>
            <a:r>
              <a:rPr lang="fr-FR" dirty="0" err="1">
                <a:hlinkClick r:id="rId3"/>
              </a:rPr>
              <a:t>opportunities</a:t>
            </a:r>
            <a:r>
              <a:rPr lang="fr-FR" dirty="0">
                <a:hlinkClick r:id="rId3"/>
              </a:rPr>
              <a:t> at the </a:t>
            </a:r>
            <a:r>
              <a:rPr lang="fr-FR" dirty="0" err="1">
                <a:hlinkClick r:id="rId3"/>
              </a:rPr>
              <a:t>heart</a:t>
            </a:r>
            <a:r>
              <a:rPr lang="fr-FR" dirty="0">
                <a:hlinkClick r:id="rId3"/>
              </a:rPr>
              <a:t> of </a:t>
            </a:r>
            <a:r>
              <a:rPr lang="fr-FR" dirty="0" err="1">
                <a:hlinkClick r:id="rId3"/>
              </a:rPr>
              <a:t>our</a:t>
            </a:r>
            <a:r>
              <a:rPr lang="fr-FR" dirty="0">
                <a:hlinkClick r:id="rId3"/>
              </a:rPr>
              <a:t> talent </a:t>
            </a:r>
            <a:r>
              <a:rPr lang="fr-FR" dirty="0" err="1">
                <a:hlinkClick r:id="rId3"/>
              </a:rPr>
              <a:t>development</a:t>
            </a:r>
            <a:r>
              <a:rPr lang="fr-FR" dirty="0">
                <a:hlinkClick r:id="rId3"/>
              </a:rPr>
              <a:t> </a:t>
            </a:r>
            <a:r>
              <a:rPr lang="fr-FR" dirty="0" err="1"/>
              <a:t>organised</a:t>
            </a:r>
            <a:r>
              <a:rPr lang="fr-FR" dirty="0"/>
              <a:t> by </a:t>
            </a:r>
            <a:r>
              <a:rPr lang="fr-FR" dirty="0" err="1"/>
              <a:t>CAsa</a:t>
            </a:r>
            <a:endParaRPr lang="fr-FR" dirty="0"/>
          </a:p>
          <a:p>
            <a:pPr lvl="1"/>
            <a:r>
              <a:rPr lang="en-US" dirty="0"/>
              <a:t>With Bruno BOURBONNAUD (Global Head of Market Solutions - CACEIS) and Etienne EPITALION (Head of HR – CAPFM)</a:t>
            </a:r>
            <a:endParaRPr lang="fr-FR" dirty="0"/>
          </a:p>
          <a:p>
            <a:pPr marL="0" indent="0">
              <a:buNone/>
            </a:pPr>
            <a:endParaRPr lang="fr-FR" dirty="0"/>
          </a:p>
          <a:p>
            <a:r>
              <a:rPr lang="fr-FR" dirty="0"/>
              <a:t>D&amp;I: </a:t>
            </a:r>
            <a:r>
              <a:rPr lang="fr-FR" dirty="0" err="1"/>
              <a:t>raising</a:t>
            </a:r>
            <a:r>
              <a:rPr lang="fr-FR" dirty="0"/>
              <a:t> </a:t>
            </a:r>
            <a:r>
              <a:rPr lang="fr-FR" dirty="0" err="1"/>
              <a:t>awareness</a:t>
            </a:r>
            <a:endParaRPr lang="fr-FR" dirty="0"/>
          </a:p>
          <a:p>
            <a:pPr lvl="1"/>
            <a:r>
              <a:rPr lang="fr-FR" b="1" dirty="0"/>
              <a:t>A LinkedIn Learning </a:t>
            </a:r>
            <a:r>
              <a:rPr lang="fr-FR" b="1" dirty="0">
                <a:hlinkClick r:id="rId4"/>
              </a:rPr>
              <a:t>training </a:t>
            </a:r>
            <a:r>
              <a:rPr lang="fr-FR" b="1" dirty="0" err="1">
                <a:hlinkClick r:id="rId4"/>
              </a:rPr>
              <a:t>path</a:t>
            </a:r>
            <a:r>
              <a:rPr lang="fr-FR" b="1" dirty="0">
                <a:hlinkClick r:id="rId4"/>
              </a:rPr>
              <a:t> </a:t>
            </a:r>
            <a:r>
              <a:rPr lang="fr-FR" b="1" dirty="0" err="1">
                <a:hlinkClick r:id="rId4"/>
              </a:rPr>
              <a:t>dedicated</a:t>
            </a:r>
            <a:r>
              <a:rPr lang="fr-FR" b="1" dirty="0">
                <a:hlinkClick r:id="rId4"/>
              </a:rPr>
              <a:t> to D&amp;I </a:t>
            </a:r>
            <a:r>
              <a:rPr lang="fr-FR" b="1" dirty="0"/>
              <a:t>(FR&amp; EN)</a:t>
            </a:r>
          </a:p>
          <a:p>
            <a:pPr marL="182562" lvl="1" indent="0">
              <a:buNone/>
            </a:pPr>
            <a:endParaRPr lang="en-US" dirty="0"/>
          </a:p>
          <a:p>
            <a:pPr marL="182562" lvl="1" indent="0">
              <a:buNone/>
            </a:pPr>
            <a:endParaRPr lang="en-US" dirty="0"/>
          </a:p>
          <a:p>
            <a:r>
              <a:rPr lang="en-US" dirty="0"/>
              <a:t>Podcast Rise Together launched by Deepika Lyer: </a:t>
            </a:r>
          </a:p>
          <a:p>
            <a:pPr lvl="1"/>
            <a:r>
              <a:rPr lang="en-GB" dirty="0">
                <a:hlinkClick r:id="rId5"/>
              </a:rPr>
              <a:t>Episode 3: Strength from our differences </a:t>
            </a:r>
            <a:r>
              <a:rPr lang="en-GB" dirty="0"/>
              <a:t>with </a:t>
            </a:r>
            <a:r>
              <a:rPr lang="en-GB" b="1" dirty="0"/>
              <a:t>Riadh Gasmi, </a:t>
            </a:r>
            <a:r>
              <a:rPr lang="en-GB" dirty="0"/>
              <a:t>IT – Head of Unit and </a:t>
            </a:r>
            <a:r>
              <a:rPr lang="en-GB" b="1" dirty="0"/>
              <a:t>Paula Martin Gutierrez, </a:t>
            </a:r>
            <a:r>
              <a:rPr lang="en-GB" dirty="0"/>
              <a:t>Client Project Coordinator, about what diversity and inclusion means in practice at CACEIS.</a:t>
            </a:r>
          </a:p>
          <a:p>
            <a:pPr marL="182562" lvl="1" indent="0">
              <a:buNone/>
            </a:pPr>
            <a:endParaRPr lang="en-US" dirty="0"/>
          </a:p>
          <a:p>
            <a:pPr lvl="1"/>
            <a:endParaRPr lang="fr-FR" dirty="0"/>
          </a:p>
          <a:p>
            <a:pPr lvl="1"/>
            <a:endParaRPr lang="fr-FR" dirty="0"/>
          </a:p>
        </p:txBody>
      </p:sp>
      <p:pic>
        <p:nvPicPr>
          <p:cNvPr id="6" name="Image 5" descr="Une image contenant texte, graphisme, affiche, Graphique&#10;&#10;Le contenu généré par l’IA peut être incorrect.">
            <a:extLst>
              <a:ext uri="{FF2B5EF4-FFF2-40B4-BE49-F238E27FC236}">
                <a16:creationId xmlns:a16="http://schemas.microsoft.com/office/drawing/2014/main" id="{565211A9-E14C-712D-763A-5D5C2FC1B1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62151" y="48861"/>
            <a:ext cx="2003401" cy="1374827"/>
          </a:xfrm>
          <a:prstGeom prst="rect">
            <a:avLst/>
          </a:prstGeom>
        </p:spPr>
      </p:pic>
      <p:pic>
        <p:nvPicPr>
          <p:cNvPr id="18" name="Image 17" descr="Une image contenant Police, Graphique, logo, capture d’écran&#10;&#10;Le contenu généré par l’IA peut être incorrect.">
            <a:extLst>
              <a:ext uri="{FF2B5EF4-FFF2-40B4-BE49-F238E27FC236}">
                <a16:creationId xmlns:a16="http://schemas.microsoft.com/office/drawing/2014/main" id="{385F66C7-30BB-11FD-91B8-1FE1FFF1B4B4}"/>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35014" y="4141631"/>
            <a:ext cx="2345916" cy="365803"/>
          </a:xfrm>
          <a:prstGeom prst="rect">
            <a:avLst/>
          </a:prstGeom>
        </p:spPr>
      </p:pic>
      <p:pic>
        <p:nvPicPr>
          <p:cNvPr id="7" name="Picture 2" descr="D&amp;I Barometer Results">
            <a:extLst>
              <a:ext uri="{FF2B5EF4-FFF2-40B4-BE49-F238E27FC236}">
                <a16:creationId xmlns:a16="http://schemas.microsoft.com/office/drawing/2014/main" id="{7AC226AC-10B8-5883-BDDA-83C1EF908AE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2171" y="1132272"/>
            <a:ext cx="1371601" cy="13716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D425B70-D5A3-7AFB-92AE-FBFE4BEDC001}"/>
              </a:ext>
            </a:extLst>
          </p:cNvPr>
          <p:cNvPicPr>
            <a:picLocks noChangeAspect="1"/>
          </p:cNvPicPr>
          <p:nvPr/>
        </p:nvPicPr>
        <p:blipFill>
          <a:blip r:embed="rId9"/>
          <a:stretch>
            <a:fillRect/>
          </a:stretch>
        </p:blipFill>
        <p:spPr>
          <a:xfrm>
            <a:off x="8574728" y="3622514"/>
            <a:ext cx="1666552" cy="1769839"/>
          </a:xfrm>
          <a:prstGeom prst="rect">
            <a:avLst/>
          </a:prstGeom>
        </p:spPr>
      </p:pic>
      <p:pic>
        <p:nvPicPr>
          <p:cNvPr id="1027" name="Picture 3" descr="Rise Together – Episode 2: From Passenger to Pilot">
            <a:extLst>
              <a:ext uri="{FF2B5EF4-FFF2-40B4-BE49-F238E27FC236}">
                <a16:creationId xmlns:a16="http://schemas.microsoft.com/office/drawing/2014/main" id="{C6B63FC8-875D-E6A3-6648-EC97FC15BDC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23616" y="4856909"/>
            <a:ext cx="1370155" cy="13701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 descr="Aucune description alternative pour cette image">
            <a:extLst>
              <a:ext uri="{FF2B5EF4-FFF2-40B4-BE49-F238E27FC236}">
                <a16:creationId xmlns:a16="http://schemas.microsoft.com/office/drawing/2014/main" id="{A44F41C5-D5DB-4E07-3CBC-C898499A3D1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2171" y="2763456"/>
            <a:ext cx="1371600" cy="102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792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EFD26-6234-CD85-A927-77A8A348946E}"/>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89F2C4A-51C5-D172-13F0-35DCE809E58B}"/>
              </a:ext>
            </a:extLst>
          </p:cNvPr>
          <p:cNvSpPr>
            <a:spLocks noGrp="1"/>
          </p:cNvSpPr>
          <p:nvPr>
            <p:ph type="body" sz="quarter" idx="10"/>
          </p:nvPr>
        </p:nvSpPr>
        <p:spPr/>
        <p:txBody>
          <a:bodyPr/>
          <a:lstStyle/>
          <a:p>
            <a:r>
              <a:rPr lang="en-US" dirty="0"/>
              <a:t>Diversity Month 2025 – Wrap up</a:t>
            </a:r>
          </a:p>
          <a:p>
            <a:endParaRPr lang="fr-FR" dirty="0"/>
          </a:p>
        </p:txBody>
      </p:sp>
      <p:sp>
        <p:nvSpPr>
          <p:cNvPr id="3" name="Titre 2">
            <a:extLst>
              <a:ext uri="{FF2B5EF4-FFF2-40B4-BE49-F238E27FC236}">
                <a16:creationId xmlns:a16="http://schemas.microsoft.com/office/drawing/2014/main" id="{9A11217B-9BEF-31A2-89D8-F0143D75B892}"/>
              </a:ext>
            </a:extLst>
          </p:cNvPr>
          <p:cNvSpPr>
            <a:spLocks noGrp="1"/>
          </p:cNvSpPr>
          <p:nvPr>
            <p:ph type="title"/>
          </p:nvPr>
        </p:nvSpPr>
        <p:spPr/>
        <p:txBody>
          <a:bodyPr/>
          <a:lstStyle/>
          <a:p>
            <a:r>
              <a:rPr lang="fr-FR" dirty="0"/>
              <a:t>Diversity </a:t>
            </a:r>
            <a:r>
              <a:rPr lang="fr-FR" dirty="0" err="1"/>
              <a:t>Month</a:t>
            </a:r>
            <a:r>
              <a:rPr lang="fr-FR" dirty="0"/>
              <a:t>: local initiatives (1/4) </a:t>
            </a:r>
          </a:p>
        </p:txBody>
      </p:sp>
      <p:sp>
        <p:nvSpPr>
          <p:cNvPr id="4" name="Espace réservé du contenu 3">
            <a:extLst>
              <a:ext uri="{FF2B5EF4-FFF2-40B4-BE49-F238E27FC236}">
                <a16:creationId xmlns:a16="http://schemas.microsoft.com/office/drawing/2014/main" id="{7C5FF59A-58DB-AD37-38CB-4A95EB97544F}"/>
              </a:ext>
            </a:extLst>
          </p:cNvPr>
          <p:cNvSpPr>
            <a:spLocks noGrp="1"/>
          </p:cNvSpPr>
          <p:nvPr>
            <p:ph idx="11"/>
          </p:nvPr>
        </p:nvSpPr>
        <p:spPr>
          <a:xfrm>
            <a:off x="1740364" y="2987060"/>
            <a:ext cx="10658898" cy="1114015"/>
          </a:xfrm>
        </p:spPr>
        <p:txBody>
          <a:bodyPr/>
          <a:lstStyle/>
          <a:p>
            <a:r>
              <a:rPr lang="fr-FR" sz="1600" dirty="0"/>
              <a:t>France:</a:t>
            </a:r>
            <a:endParaRPr lang="en-US" dirty="0"/>
          </a:p>
          <a:p>
            <a:pPr lvl="1"/>
            <a:r>
              <a:rPr lang="en-US" sz="1400" dirty="0"/>
              <a:t>Intergenerational: a shadow local executive committee with young employees, the “next Gen Squad” </a:t>
            </a:r>
          </a:p>
          <a:p>
            <a:pPr lvl="1"/>
            <a:r>
              <a:rPr lang="en-US" sz="1400" dirty="0"/>
              <a:t>Webinars : Gender Diversity / </a:t>
            </a:r>
            <a:r>
              <a:rPr lang="en-US" sz="1400" dirty="0" err="1"/>
              <a:t>Neurodiversities</a:t>
            </a:r>
            <a:endParaRPr lang="en-US" sz="1400" dirty="0"/>
          </a:p>
          <a:p>
            <a:pPr lvl="1"/>
            <a:r>
              <a:rPr lang="en-US" sz="1400" dirty="0"/>
              <a:t>All month long: </a:t>
            </a:r>
            <a:r>
              <a:rPr lang="en-US" sz="1400" dirty="0" err="1"/>
              <a:t>assignements</a:t>
            </a:r>
            <a:r>
              <a:rPr lang="en-US" sz="1400" dirty="0"/>
              <a:t> on equal opportunities on the volunteering platform “</a:t>
            </a:r>
            <a:r>
              <a:rPr lang="en-US" sz="1400" dirty="0" err="1"/>
              <a:t>J’agis</a:t>
            </a:r>
            <a:r>
              <a:rPr lang="en-US" sz="1400" dirty="0"/>
              <a:t>”</a:t>
            </a:r>
            <a:endParaRPr lang="en-US" dirty="0"/>
          </a:p>
          <a:p>
            <a:pPr lvl="1"/>
            <a:endParaRPr lang="fr-FR" dirty="0"/>
          </a:p>
          <a:p>
            <a:pPr marL="182562" lvl="1" indent="0">
              <a:buNone/>
            </a:pPr>
            <a:endParaRPr lang="fr-FR" dirty="0"/>
          </a:p>
        </p:txBody>
      </p:sp>
      <p:pic>
        <p:nvPicPr>
          <p:cNvPr id="6" name="Image 5" descr="Une image contenant texte, graphisme, affiche, Graphique&#10;&#10;Le contenu généré par l’IA peut être incorrect.">
            <a:extLst>
              <a:ext uri="{FF2B5EF4-FFF2-40B4-BE49-F238E27FC236}">
                <a16:creationId xmlns:a16="http://schemas.microsoft.com/office/drawing/2014/main" id="{E7306D02-A25A-882B-4714-33F00CEE6C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2151" y="48861"/>
            <a:ext cx="2003401" cy="1374827"/>
          </a:xfrm>
          <a:prstGeom prst="rect">
            <a:avLst/>
          </a:prstGeom>
        </p:spPr>
      </p:pic>
      <p:pic>
        <p:nvPicPr>
          <p:cNvPr id="2052" name="Picture 4">
            <a:extLst>
              <a:ext uri="{FF2B5EF4-FFF2-40B4-BE49-F238E27FC236}">
                <a16:creationId xmlns:a16="http://schemas.microsoft.com/office/drawing/2014/main" id="{8C2A044A-BA15-F10A-BB8A-7722399430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737" y="3196274"/>
            <a:ext cx="782897" cy="52219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8E7476E8-A59B-4794-DB0B-99D24315B9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737" y="1243050"/>
            <a:ext cx="778790" cy="52219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Drapeau du Canada - Original">
            <a:extLst>
              <a:ext uri="{FF2B5EF4-FFF2-40B4-BE49-F238E27FC236}">
                <a16:creationId xmlns:a16="http://schemas.microsoft.com/office/drawing/2014/main" id="{21C1AD5E-E93F-C01E-2D05-71796B4A1E7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073" y="2213989"/>
            <a:ext cx="777561" cy="522192"/>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9927C1DC-BAA9-4FC7-A4EB-7611F93E6C6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1534" y="4190910"/>
            <a:ext cx="809100" cy="48546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Drapeau Irlande">
            <a:extLst>
              <a:ext uri="{FF2B5EF4-FFF2-40B4-BE49-F238E27FC236}">
                <a16:creationId xmlns:a16="http://schemas.microsoft.com/office/drawing/2014/main" id="{07AB0E6B-36B7-AB79-C02A-147A78790AD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5764" y="5685821"/>
            <a:ext cx="777561" cy="388781"/>
          </a:xfrm>
          <a:prstGeom prst="rect">
            <a:avLst/>
          </a:prstGeom>
          <a:noFill/>
          <a:extLst>
            <a:ext uri="{909E8E84-426E-40DD-AFC4-6F175D3DCCD1}">
              <a14:hiddenFill xmlns:a14="http://schemas.microsoft.com/office/drawing/2010/main">
                <a:solidFill>
                  <a:srgbClr val="FFFFFF"/>
                </a:solidFill>
              </a14:hiddenFill>
            </a:ext>
          </a:extLst>
        </p:spPr>
      </p:pic>
      <p:sp>
        <p:nvSpPr>
          <p:cNvPr id="20" name="Espace réservé du contenu 3">
            <a:extLst>
              <a:ext uri="{FF2B5EF4-FFF2-40B4-BE49-F238E27FC236}">
                <a16:creationId xmlns:a16="http://schemas.microsoft.com/office/drawing/2014/main" id="{84AF55CD-3AF2-5024-247F-2B5245A473EB}"/>
              </a:ext>
            </a:extLst>
          </p:cNvPr>
          <p:cNvSpPr txBox="1">
            <a:spLocks/>
          </p:cNvSpPr>
          <p:nvPr/>
        </p:nvSpPr>
        <p:spPr>
          <a:xfrm>
            <a:off x="1740364" y="2075117"/>
            <a:ext cx="3889129" cy="843076"/>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Canada:</a:t>
            </a:r>
            <a:endParaRPr lang="en-US" sz="1600" dirty="0"/>
          </a:p>
          <a:p>
            <a:pPr lvl="1"/>
            <a:r>
              <a:rPr lang="en-GB" sz="1400" dirty="0"/>
              <a:t>Taste of Cultures: Diversity Month Potluck</a:t>
            </a:r>
          </a:p>
          <a:p>
            <a:pPr lvl="1"/>
            <a:r>
              <a:rPr lang="en-GB" sz="1400" dirty="0"/>
              <a:t>Proudly Wear your Culture Day</a:t>
            </a:r>
          </a:p>
          <a:p>
            <a:pPr lvl="1"/>
            <a:endParaRPr lang="en-US" sz="1400" dirty="0"/>
          </a:p>
        </p:txBody>
      </p:sp>
      <p:sp>
        <p:nvSpPr>
          <p:cNvPr id="24" name="Espace réservé du contenu 3">
            <a:extLst>
              <a:ext uri="{FF2B5EF4-FFF2-40B4-BE49-F238E27FC236}">
                <a16:creationId xmlns:a16="http://schemas.microsoft.com/office/drawing/2014/main" id="{9E9ABD9F-99AE-E06E-414C-7E3B8834FF96}"/>
              </a:ext>
            </a:extLst>
          </p:cNvPr>
          <p:cNvSpPr txBox="1">
            <a:spLocks/>
          </p:cNvSpPr>
          <p:nvPr/>
        </p:nvSpPr>
        <p:spPr>
          <a:xfrm>
            <a:off x="1740364" y="4694017"/>
            <a:ext cx="10896172" cy="2088993"/>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Ireland:</a:t>
            </a:r>
            <a:endParaRPr lang="en-US" dirty="0"/>
          </a:p>
          <a:p>
            <a:pPr lvl="1"/>
            <a:r>
              <a:rPr lang="en-GB" sz="1400" dirty="0"/>
              <a:t>Afternoon Tea - Come together with colleagues for a cup of tea/coffee and a treat.</a:t>
            </a:r>
          </a:p>
          <a:p>
            <a:pPr lvl="1"/>
            <a:r>
              <a:rPr lang="en-GB" sz="1400" dirty="0"/>
              <a:t>Creating an Inclusive Culture Training and learn about our different generations in the workplace by building more inclusive behaviours and practices in our everyday work.</a:t>
            </a:r>
          </a:p>
          <a:p>
            <a:pPr lvl="1"/>
            <a:r>
              <a:rPr lang="en-GB" sz="1400" dirty="0"/>
              <a:t>Financial Wellbeing </a:t>
            </a:r>
            <a:r>
              <a:rPr lang="en-GB" sz="1400" dirty="0" err="1"/>
              <a:t>Mastercall</a:t>
            </a:r>
            <a:r>
              <a:rPr lang="en-GB" sz="1400" dirty="0"/>
              <a:t> - All generations should prepare their future and financial wellness</a:t>
            </a:r>
          </a:p>
          <a:p>
            <a:pPr lvl="1"/>
            <a:r>
              <a:rPr lang="en-GB" sz="1400" dirty="0"/>
              <a:t>International Men’s Day - Join us for a Webinar</a:t>
            </a:r>
          </a:p>
          <a:p>
            <a:pPr lvl="1"/>
            <a:r>
              <a:rPr lang="en-GB" sz="1400" dirty="0"/>
              <a:t>Celebrating Black Month History - Videos </a:t>
            </a:r>
          </a:p>
          <a:p>
            <a:pPr lvl="1"/>
            <a:r>
              <a:rPr lang="en-GB" sz="1400" dirty="0"/>
              <a:t>Osteoporosis Awareness</a:t>
            </a:r>
            <a:endParaRPr lang="en-US" dirty="0"/>
          </a:p>
          <a:p>
            <a:pPr lvl="1"/>
            <a:endParaRPr lang="fr-FR" dirty="0"/>
          </a:p>
          <a:p>
            <a:pPr lvl="1"/>
            <a:endParaRPr lang="fr-FR" dirty="0"/>
          </a:p>
        </p:txBody>
      </p:sp>
      <p:sp>
        <p:nvSpPr>
          <p:cNvPr id="26" name="Espace réservé du contenu 3">
            <a:extLst>
              <a:ext uri="{FF2B5EF4-FFF2-40B4-BE49-F238E27FC236}">
                <a16:creationId xmlns:a16="http://schemas.microsoft.com/office/drawing/2014/main" id="{0F4781C4-E120-97C8-0880-B457F9446A81}"/>
              </a:ext>
            </a:extLst>
          </p:cNvPr>
          <p:cNvSpPr txBox="1">
            <a:spLocks/>
          </p:cNvSpPr>
          <p:nvPr/>
        </p:nvSpPr>
        <p:spPr>
          <a:xfrm>
            <a:off x="1740365" y="971133"/>
            <a:ext cx="7541858" cy="1114015"/>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err="1"/>
              <a:t>Belgium</a:t>
            </a:r>
            <a:endParaRPr lang="fr-FR" sz="1600" dirty="0"/>
          </a:p>
          <a:p>
            <a:pPr lvl="1"/>
            <a:r>
              <a:rPr lang="en-GB" sz="1400" dirty="0"/>
              <a:t>Conference of Charles Pépin ; Boldness: learning to dare &amp;  acting in uncertainty</a:t>
            </a:r>
          </a:p>
          <a:p>
            <a:pPr lvl="1"/>
            <a:r>
              <a:rPr lang="en-GB" sz="1400" dirty="0"/>
              <a:t>Conference of United Fund For Belgium: association helping people in need</a:t>
            </a:r>
          </a:p>
          <a:p>
            <a:pPr lvl="1"/>
            <a:r>
              <a:rPr lang="en-GB" sz="1400" dirty="0"/>
              <a:t>Collect of clothes for association "La Fontaine" to help people in need</a:t>
            </a:r>
            <a:endParaRPr lang="en-US" sz="1400" dirty="0"/>
          </a:p>
          <a:p>
            <a:pPr marL="182562" lvl="1" indent="0">
              <a:buNone/>
            </a:pPr>
            <a:endParaRPr lang="en-US" sz="1400" dirty="0"/>
          </a:p>
        </p:txBody>
      </p:sp>
      <p:sp>
        <p:nvSpPr>
          <p:cNvPr id="27" name="Espace réservé du contenu 3">
            <a:extLst>
              <a:ext uri="{FF2B5EF4-FFF2-40B4-BE49-F238E27FC236}">
                <a16:creationId xmlns:a16="http://schemas.microsoft.com/office/drawing/2014/main" id="{B183003D-4CD5-3C3C-B7C3-91D0B53981DD}"/>
              </a:ext>
            </a:extLst>
          </p:cNvPr>
          <p:cNvSpPr txBox="1">
            <a:spLocks/>
          </p:cNvSpPr>
          <p:nvPr/>
        </p:nvSpPr>
        <p:spPr>
          <a:xfrm>
            <a:off x="1740364" y="4238809"/>
            <a:ext cx="3889129" cy="486485"/>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Germany</a:t>
            </a:r>
            <a:endParaRPr lang="en-US" sz="1600" dirty="0"/>
          </a:p>
          <a:p>
            <a:pPr marL="182562" lvl="1" indent="0">
              <a:buNone/>
            </a:pPr>
            <a:endParaRPr lang="en-US" sz="1400" dirty="0"/>
          </a:p>
        </p:txBody>
      </p:sp>
    </p:spTree>
    <p:extLst>
      <p:ext uri="{BB962C8B-B14F-4D97-AF65-F5344CB8AC3E}">
        <p14:creationId xmlns:p14="http://schemas.microsoft.com/office/powerpoint/2010/main" val="3791654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BAF8-3E7D-78FD-7998-C50FEA068D12}"/>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083C9BE-476F-A54D-0160-BC5D247BA07F}"/>
              </a:ext>
            </a:extLst>
          </p:cNvPr>
          <p:cNvSpPr>
            <a:spLocks noGrp="1"/>
          </p:cNvSpPr>
          <p:nvPr>
            <p:ph type="body" sz="quarter" idx="10"/>
          </p:nvPr>
        </p:nvSpPr>
        <p:spPr/>
        <p:txBody>
          <a:bodyPr/>
          <a:lstStyle/>
          <a:p>
            <a:r>
              <a:rPr lang="en-US" dirty="0"/>
              <a:t>Diversity Month 2025 – Wrap up</a:t>
            </a:r>
          </a:p>
          <a:p>
            <a:endParaRPr lang="fr-FR" dirty="0"/>
          </a:p>
        </p:txBody>
      </p:sp>
      <p:sp>
        <p:nvSpPr>
          <p:cNvPr id="3" name="Titre 2">
            <a:extLst>
              <a:ext uri="{FF2B5EF4-FFF2-40B4-BE49-F238E27FC236}">
                <a16:creationId xmlns:a16="http://schemas.microsoft.com/office/drawing/2014/main" id="{AEA84080-DEF2-52E0-B61E-FE305D442041}"/>
              </a:ext>
            </a:extLst>
          </p:cNvPr>
          <p:cNvSpPr>
            <a:spLocks noGrp="1"/>
          </p:cNvSpPr>
          <p:nvPr>
            <p:ph type="title"/>
          </p:nvPr>
        </p:nvSpPr>
        <p:spPr/>
        <p:txBody>
          <a:bodyPr/>
          <a:lstStyle/>
          <a:p>
            <a:r>
              <a:rPr lang="fr-FR" dirty="0"/>
              <a:t>Diversity </a:t>
            </a:r>
            <a:r>
              <a:rPr lang="fr-FR" dirty="0" err="1"/>
              <a:t>Month</a:t>
            </a:r>
            <a:r>
              <a:rPr lang="fr-FR" dirty="0"/>
              <a:t>: local initiatives (2/4)</a:t>
            </a:r>
          </a:p>
        </p:txBody>
      </p:sp>
      <p:pic>
        <p:nvPicPr>
          <p:cNvPr id="6" name="Image 5" descr="Une image contenant texte, graphisme, affiche, Graphique&#10;&#10;Le contenu généré par l’IA peut être incorrect.">
            <a:extLst>
              <a:ext uri="{FF2B5EF4-FFF2-40B4-BE49-F238E27FC236}">
                <a16:creationId xmlns:a16="http://schemas.microsoft.com/office/drawing/2014/main" id="{320C07C8-E56B-6B8E-CA48-0051AE5BAC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2151" y="48861"/>
            <a:ext cx="2003401" cy="1374827"/>
          </a:xfrm>
          <a:prstGeom prst="rect">
            <a:avLst/>
          </a:prstGeom>
        </p:spPr>
      </p:pic>
      <p:pic>
        <p:nvPicPr>
          <p:cNvPr id="2064" name="Picture 16">
            <a:extLst>
              <a:ext uri="{FF2B5EF4-FFF2-40B4-BE49-F238E27FC236}">
                <a16:creationId xmlns:a16="http://schemas.microsoft.com/office/drawing/2014/main" id="{621A8DE6-35EB-38CE-4D49-E0DC719B9A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548" y="1473067"/>
            <a:ext cx="727826" cy="4854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Drapeau Luxembourg">
            <a:extLst>
              <a:ext uri="{FF2B5EF4-FFF2-40B4-BE49-F238E27FC236}">
                <a16:creationId xmlns:a16="http://schemas.microsoft.com/office/drawing/2014/main" id="{F019324E-E672-08A3-97B2-F6C3DC0E187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5826" y="3429000"/>
            <a:ext cx="778790" cy="522192"/>
          </a:xfrm>
          <a:prstGeom prst="rect">
            <a:avLst/>
          </a:prstGeom>
          <a:noFill/>
          <a:extLst>
            <a:ext uri="{909E8E84-426E-40DD-AFC4-6F175D3DCCD1}">
              <a14:hiddenFill xmlns:a14="http://schemas.microsoft.com/office/drawing/2010/main">
                <a:solidFill>
                  <a:srgbClr val="FFFFFF"/>
                </a:solidFill>
              </a14:hiddenFill>
            </a:ext>
          </a:extLst>
        </p:spPr>
      </p:pic>
      <p:sp>
        <p:nvSpPr>
          <p:cNvPr id="25" name="Espace réservé du contenu 3">
            <a:extLst>
              <a:ext uri="{FF2B5EF4-FFF2-40B4-BE49-F238E27FC236}">
                <a16:creationId xmlns:a16="http://schemas.microsoft.com/office/drawing/2014/main" id="{2072B883-79D8-0042-841E-9B097EE0BFCB}"/>
              </a:ext>
            </a:extLst>
          </p:cNvPr>
          <p:cNvSpPr txBox="1">
            <a:spLocks/>
          </p:cNvSpPr>
          <p:nvPr/>
        </p:nvSpPr>
        <p:spPr>
          <a:xfrm>
            <a:off x="1782287" y="1104147"/>
            <a:ext cx="10196353" cy="1831292"/>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err="1"/>
              <a:t>Italy</a:t>
            </a:r>
            <a:r>
              <a:rPr lang="fr-FR" sz="1600" dirty="0"/>
              <a:t>:</a:t>
            </a:r>
            <a:endParaRPr lang="en-US" dirty="0"/>
          </a:p>
          <a:p>
            <a:pPr lvl="1"/>
            <a:r>
              <a:rPr lang="en-GB" sz="1400" dirty="0"/>
              <a:t>Webinar “ Art and Inclusion”  in collaboration with other CA Italia entities: How arts can help inclusion…</a:t>
            </a:r>
            <a:r>
              <a:rPr lang="en-US" sz="1400" dirty="0"/>
              <a:t>Gender Diversity </a:t>
            </a:r>
          </a:p>
          <a:p>
            <a:pPr lvl="1"/>
            <a:r>
              <a:rPr lang="en-US" sz="1400" dirty="0"/>
              <a:t>Intergenerational initiatives: </a:t>
            </a:r>
          </a:p>
          <a:p>
            <a:pPr lvl="2"/>
            <a:r>
              <a:rPr lang="en-US" sz="1200" dirty="0"/>
              <a:t>3 training focus groups on Intergenerational differences</a:t>
            </a:r>
          </a:p>
          <a:p>
            <a:pPr lvl="2"/>
            <a:r>
              <a:rPr lang="en-US" sz="1200" dirty="0"/>
              <a:t>Reverse mentoring</a:t>
            </a:r>
          </a:p>
          <a:p>
            <a:pPr lvl="1"/>
            <a:r>
              <a:rPr lang="en-GB" sz="1400" dirty="0"/>
              <a:t>GREAT  event  with other local networks</a:t>
            </a:r>
          </a:p>
          <a:p>
            <a:pPr lvl="1"/>
            <a:r>
              <a:rPr lang="en-GB" sz="1400" dirty="0"/>
              <a:t>Solidarity : Collection of food for Banco </a:t>
            </a:r>
            <a:r>
              <a:rPr lang="en-GB" sz="1400" dirty="0" err="1"/>
              <a:t>Alimentare</a:t>
            </a:r>
            <a:endParaRPr lang="fr-FR" dirty="0"/>
          </a:p>
          <a:p>
            <a:pPr lvl="1"/>
            <a:endParaRPr lang="fr-FR" dirty="0"/>
          </a:p>
        </p:txBody>
      </p:sp>
      <p:sp>
        <p:nvSpPr>
          <p:cNvPr id="8" name="Espace réservé du contenu 3">
            <a:extLst>
              <a:ext uri="{FF2B5EF4-FFF2-40B4-BE49-F238E27FC236}">
                <a16:creationId xmlns:a16="http://schemas.microsoft.com/office/drawing/2014/main" id="{7BC3FA72-B406-633C-3F70-F1D022F870D8}"/>
              </a:ext>
            </a:extLst>
          </p:cNvPr>
          <p:cNvSpPr txBox="1">
            <a:spLocks/>
          </p:cNvSpPr>
          <p:nvPr/>
        </p:nvSpPr>
        <p:spPr>
          <a:xfrm>
            <a:off x="1782287" y="3020044"/>
            <a:ext cx="10383265" cy="1453896"/>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Luxemburg:</a:t>
            </a:r>
            <a:endParaRPr lang="en-GB" sz="1400" dirty="0"/>
          </a:p>
          <a:p>
            <a:pPr lvl="1"/>
            <a:r>
              <a:rPr lang="en-GB" sz="1400" dirty="0"/>
              <a:t>Let's Play Equal: collaborative board game that moves the lines on equality through challenges, discussions and fun situations.</a:t>
            </a:r>
          </a:p>
          <a:p>
            <a:pPr marL="182562" lvl="1" indent="0">
              <a:buNone/>
            </a:pPr>
            <a:r>
              <a:rPr lang="en-GB" sz="1400" dirty="0"/>
              <a:t>Each participant plays a fictional character and is confronted with mechanisms of exclusion, privileges and discrimination throughout the course. The goal is to share in a group the feelings, perceived injustices and their parallels with reality.</a:t>
            </a:r>
          </a:p>
          <a:p>
            <a:pPr lvl="1"/>
            <a:r>
              <a:rPr lang="en-GB" sz="1400" dirty="0"/>
              <a:t>4 dialogues shared on OMNIA on intergenerational</a:t>
            </a:r>
            <a:endParaRPr lang="en-US" sz="1400" dirty="0"/>
          </a:p>
          <a:p>
            <a:pPr lvl="1"/>
            <a:endParaRPr lang="en-US" dirty="0"/>
          </a:p>
          <a:p>
            <a:pPr lvl="1"/>
            <a:endParaRPr lang="fr-FR" dirty="0"/>
          </a:p>
          <a:p>
            <a:pPr lvl="1"/>
            <a:endParaRPr lang="fr-FR" dirty="0"/>
          </a:p>
        </p:txBody>
      </p:sp>
      <p:pic>
        <p:nvPicPr>
          <p:cNvPr id="3076" name="Picture 4" descr="Drapeau Malaisie">
            <a:extLst>
              <a:ext uri="{FF2B5EF4-FFF2-40B4-BE49-F238E27FC236}">
                <a16:creationId xmlns:a16="http://schemas.microsoft.com/office/drawing/2014/main" id="{EB4E12AD-DF6F-CD2D-31E8-2F35E8D00E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5826" y="4899473"/>
            <a:ext cx="778790" cy="52219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rapeau des Pays-Bas - Original">
            <a:extLst>
              <a:ext uri="{FF2B5EF4-FFF2-40B4-BE49-F238E27FC236}">
                <a16:creationId xmlns:a16="http://schemas.microsoft.com/office/drawing/2014/main" id="{68876D66-9E79-D34C-56F0-EAF1D3A38A8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5826" y="6120756"/>
            <a:ext cx="782310" cy="522192"/>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3">
            <a:extLst>
              <a:ext uri="{FF2B5EF4-FFF2-40B4-BE49-F238E27FC236}">
                <a16:creationId xmlns:a16="http://schemas.microsoft.com/office/drawing/2014/main" id="{052B8617-7C99-1050-7070-1321915BBFD2}"/>
              </a:ext>
            </a:extLst>
          </p:cNvPr>
          <p:cNvSpPr txBox="1">
            <a:spLocks/>
          </p:cNvSpPr>
          <p:nvPr/>
        </p:nvSpPr>
        <p:spPr>
          <a:xfrm>
            <a:off x="1782287" y="6053480"/>
            <a:ext cx="10611780" cy="656745"/>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err="1"/>
              <a:t>Netherlands</a:t>
            </a:r>
            <a:r>
              <a:rPr lang="fr-FR" sz="1600" dirty="0"/>
              <a:t>:</a:t>
            </a:r>
            <a:endParaRPr lang="en-GB" sz="1400" dirty="0"/>
          </a:p>
          <a:p>
            <a:pPr lvl="1"/>
            <a:r>
              <a:rPr lang="en-GB" sz="1400" dirty="0"/>
              <a:t>Launch of the GREAT network</a:t>
            </a:r>
            <a:endParaRPr lang="fr-FR" dirty="0"/>
          </a:p>
        </p:txBody>
      </p:sp>
      <p:sp>
        <p:nvSpPr>
          <p:cNvPr id="10" name="Espace réservé du contenu 3">
            <a:extLst>
              <a:ext uri="{FF2B5EF4-FFF2-40B4-BE49-F238E27FC236}">
                <a16:creationId xmlns:a16="http://schemas.microsoft.com/office/drawing/2014/main" id="{FF20D666-0033-D29F-9635-A94DD6779B6C}"/>
              </a:ext>
            </a:extLst>
          </p:cNvPr>
          <p:cNvSpPr txBox="1">
            <a:spLocks/>
          </p:cNvSpPr>
          <p:nvPr/>
        </p:nvSpPr>
        <p:spPr>
          <a:xfrm>
            <a:off x="1782287" y="4473940"/>
            <a:ext cx="10611780" cy="1538501"/>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Malaysia</a:t>
            </a:r>
          </a:p>
          <a:p>
            <a:pPr lvl="1"/>
            <a:r>
              <a:rPr lang="en-GB" sz="1400" dirty="0"/>
              <a:t>Malaysian Cultural Program - for all Expat employees working in </a:t>
            </a:r>
          </a:p>
          <a:p>
            <a:pPr lvl="1"/>
            <a:r>
              <a:rPr lang="en-GB" sz="1400" dirty="0" err="1"/>
              <a:t>Malaysia#MenToo</a:t>
            </a:r>
            <a:r>
              <a:rPr lang="en-GB" sz="1400" dirty="0"/>
              <a:t> - Time Capsule</a:t>
            </a:r>
          </a:p>
          <a:p>
            <a:pPr lvl="1"/>
            <a:r>
              <a:rPr lang="en-GB" sz="1400" dirty="0"/>
              <a:t>Hear Me Out (Female employee sharing session facilitated by leaders)</a:t>
            </a:r>
          </a:p>
          <a:p>
            <a:pPr lvl="2"/>
            <a:r>
              <a:rPr lang="en-GB" sz="1200" dirty="0"/>
              <a:t>The Power of Vulnerability</a:t>
            </a:r>
          </a:p>
          <a:p>
            <a:pPr lvl="2"/>
            <a:r>
              <a:rPr lang="en-GB" sz="1200" dirty="0"/>
              <a:t>Advocacy Vs. Humility</a:t>
            </a:r>
            <a:endParaRPr lang="fr-FR" sz="1200" dirty="0"/>
          </a:p>
          <a:p>
            <a:pPr lvl="1"/>
            <a:endParaRPr lang="fr-FR" dirty="0"/>
          </a:p>
        </p:txBody>
      </p:sp>
    </p:spTree>
    <p:extLst>
      <p:ext uri="{BB962C8B-B14F-4D97-AF65-F5344CB8AC3E}">
        <p14:creationId xmlns:p14="http://schemas.microsoft.com/office/powerpoint/2010/main" val="1554511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D7B65-269F-61BE-330F-684019B5C765}"/>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D21E351-F5D6-3D6B-7E7C-C8491606D445}"/>
              </a:ext>
            </a:extLst>
          </p:cNvPr>
          <p:cNvSpPr>
            <a:spLocks noGrp="1"/>
          </p:cNvSpPr>
          <p:nvPr>
            <p:ph type="body" sz="quarter" idx="10"/>
          </p:nvPr>
        </p:nvSpPr>
        <p:spPr/>
        <p:txBody>
          <a:bodyPr/>
          <a:lstStyle/>
          <a:p>
            <a:r>
              <a:rPr lang="en-US" dirty="0"/>
              <a:t>Diversity Month 2025 – Wrap up</a:t>
            </a:r>
          </a:p>
          <a:p>
            <a:endParaRPr lang="fr-FR" dirty="0"/>
          </a:p>
        </p:txBody>
      </p:sp>
      <p:sp>
        <p:nvSpPr>
          <p:cNvPr id="3" name="Titre 2">
            <a:extLst>
              <a:ext uri="{FF2B5EF4-FFF2-40B4-BE49-F238E27FC236}">
                <a16:creationId xmlns:a16="http://schemas.microsoft.com/office/drawing/2014/main" id="{EAF1880A-9F80-D035-8D71-BFDB6D71E167}"/>
              </a:ext>
            </a:extLst>
          </p:cNvPr>
          <p:cNvSpPr>
            <a:spLocks noGrp="1"/>
          </p:cNvSpPr>
          <p:nvPr>
            <p:ph type="title"/>
          </p:nvPr>
        </p:nvSpPr>
        <p:spPr/>
        <p:txBody>
          <a:bodyPr/>
          <a:lstStyle/>
          <a:p>
            <a:r>
              <a:rPr lang="fr-FR" dirty="0"/>
              <a:t>Diversity </a:t>
            </a:r>
            <a:r>
              <a:rPr lang="fr-FR" dirty="0" err="1"/>
              <a:t>Month</a:t>
            </a:r>
            <a:r>
              <a:rPr lang="fr-FR" dirty="0"/>
              <a:t>: local initiatives (3/4) </a:t>
            </a:r>
          </a:p>
        </p:txBody>
      </p:sp>
      <p:sp>
        <p:nvSpPr>
          <p:cNvPr id="4" name="Espace réservé du contenu 3">
            <a:extLst>
              <a:ext uri="{FF2B5EF4-FFF2-40B4-BE49-F238E27FC236}">
                <a16:creationId xmlns:a16="http://schemas.microsoft.com/office/drawing/2014/main" id="{8382CBD5-5CC2-56EF-A9B5-038983765281}"/>
              </a:ext>
            </a:extLst>
          </p:cNvPr>
          <p:cNvSpPr>
            <a:spLocks noGrp="1"/>
          </p:cNvSpPr>
          <p:nvPr>
            <p:ph idx="11"/>
          </p:nvPr>
        </p:nvSpPr>
        <p:spPr>
          <a:xfrm>
            <a:off x="1718278" y="2893917"/>
            <a:ext cx="10355859" cy="1783457"/>
          </a:xfrm>
        </p:spPr>
        <p:txBody>
          <a:bodyPr/>
          <a:lstStyle/>
          <a:p>
            <a:r>
              <a:rPr lang="fr-FR" sz="1600" dirty="0"/>
              <a:t>Brazil:</a:t>
            </a:r>
            <a:endParaRPr lang="en-US" sz="1600" dirty="0"/>
          </a:p>
          <a:p>
            <a:pPr lvl="1"/>
            <a:r>
              <a:rPr lang="en-GB" sz="1400" dirty="0"/>
              <a:t>Diversity Wall: </a:t>
            </a:r>
          </a:p>
          <a:p>
            <a:pPr lvl="2"/>
            <a:r>
              <a:rPr lang="en-GB" sz="1200" dirty="0"/>
              <a:t>Photo panel showcasing diverse individuals (age, gender, ethnicity, sexual orientation, people with disabilities).</a:t>
            </a:r>
          </a:p>
          <a:p>
            <a:pPr lvl="2"/>
            <a:r>
              <a:rPr lang="en-GB" sz="1200" dirty="0"/>
              <a:t>Guiding questions: </a:t>
            </a:r>
            <a:r>
              <a:rPr lang="en-GB" sz="1000" dirty="0"/>
              <a:t>How is your story and uniqueness welcomed here? How do you feel your individuality is respected and contributes to the whole? What makes you feel you belong here? What does diversity represent in our daily lives?</a:t>
            </a:r>
          </a:p>
          <a:p>
            <a:pPr lvl="1"/>
            <a:r>
              <a:rPr lang="en-GB" sz="1400" dirty="0"/>
              <a:t>Publication of the Diversity Policy with Group references</a:t>
            </a:r>
          </a:p>
          <a:p>
            <a:pPr lvl="1"/>
            <a:r>
              <a:rPr lang="en-GB" sz="1400" dirty="0"/>
              <a:t>Her2Her - 60 minutes panel about gender equality in workplace</a:t>
            </a:r>
          </a:p>
        </p:txBody>
      </p:sp>
      <p:pic>
        <p:nvPicPr>
          <p:cNvPr id="6" name="Image 5" descr="Une image contenant texte, graphisme, affiche, Graphique&#10;&#10;Le contenu généré par l’IA peut être incorrect.">
            <a:extLst>
              <a:ext uri="{FF2B5EF4-FFF2-40B4-BE49-F238E27FC236}">
                <a16:creationId xmlns:a16="http://schemas.microsoft.com/office/drawing/2014/main" id="{B1758B04-6C85-46B2-C1BA-3C72D9DD51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2151" y="48861"/>
            <a:ext cx="2003401" cy="1374827"/>
          </a:xfrm>
          <a:prstGeom prst="rect">
            <a:avLst/>
          </a:prstGeom>
        </p:spPr>
      </p:pic>
      <p:pic>
        <p:nvPicPr>
          <p:cNvPr id="5" name="Picture 4">
            <a:extLst>
              <a:ext uri="{FF2B5EF4-FFF2-40B4-BE49-F238E27FC236}">
                <a16:creationId xmlns:a16="http://schemas.microsoft.com/office/drawing/2014/main" id="{798F67DA-4E8D-AC7D-986E-FC337D928B27}"/>
              </a:ext>
            </a:extLst>
          </p:cNvPr>
          <p:cNvPicPr>
            <a:picLocks noChangeAspect="1"/>
          </p:cNvPicPr>
          <p:nvPr/>
        </p:nvPicPr>
        <p:blipFill>
          <a:blip r:embed="rId3"/>
          <a:stretch>
            <a:fillRect/>
          </a:stretch>
        </p:blipFill>
        <p:spPr>
          <a:xfrm>
            <a:off x="496301" y="4634612"/>
            <a:ext cx="778790" cy="522192"/>
          </a:xfrm>
          <a:prstGeom prst="rect">
            <a:avLst/>
          </a:prstGeom>
        </p:spPr>
      </p:pic>
      <p:pic>
        <p:nvPicPr>
          <p:cNvPr id="3080" name="Picture 8">
            <a:extLst>
              <a:ext uri="{FF2B5EF4-FFF2-40B4-BE49-F238E27FC236}">
                <a16:creationId xmlns:a16="http://schemas.microsoft.com/office/drawing/2014/main" id="{604CC704-865A-19E3-5A52-BB790851DF6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993" y="1307623"/>
            <a:ext cx="782898" cy="52219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Drapeau Bresil">
            <a:extLst>
              <a:ext uri="{FF2B5EF4-FFF2-40B4-BE49-F238E27FC236}">
                <a16:creationId xmlns:a16="http://schemas.microsoft.com/office/drawing/2014/main" id="{12E6F2A3-8525-B0D0-6815-096A8426E5F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2555" y="3323633"/>
            <a:ext cx="782897" cy="5221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7DA889A-E117-0000-0DD9-7B9733B85B62}"/>
              </a:ext>
            </a:extLst>
          </p:cNvPr>
          <p:cNvPicPr>
            <a:picLocks noChangeAspect="1"/>
          </p:cNvPicPr>
          <p:nvPr/>
        </p:nvPicPr>
        <p:blipFill>
          <a:blip r:embed="rId6"/>
          <a:stretch>
            <a:fillRect/>
          </a:stretch>
        </p:blipFill>
        <p:spPr>
          <a:xfrm>
            <a:off x="496301" y="5693394"/>
            <a:ext cx="789151" cy="526364"/>
          </a:xfrm>
          <a:prstGeom prst="rect">
            <a:avLst/>
          </a:prstGeom>
        </p:spPr>
      </p:pic>
      <p:sp>
        <p:nvSpPr>
          <p:cNvPr id="22" name="Espace réservé du contenu 3">
            <a:extLst>
              <a:ext uri="{FF2B5EF4-FFF2-40B4-BE49-F238E27FC236}">
                <a16:creationId xmlns:a16="http://schemas.microsoft.com/office/drawing/2014/main" id="{27C2CFD1-8ECE-7BC5-37A7-C024C5FF26DD}"/>
              </a:ext>
            </a:extLst>
          </p:cNvPr>
          <p:cNvSpPr txBox="1">
            <a:spLocks/>
          </p:cNvSpPr>
          <p:nvPr/>
        </p:nvSpPr>
        <p:spPr>
          <a:xfrm>
            <a:off x="1718278" y="5376398"/>
            <a:ext cx="9808683" cy="1448976"/>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Colombia</a:t>
            </a:r>
            <a:endParaRPr lang="en-US" sz="1600" dirty="0"/>
          </a:p>
          <a:p>
            <a:pPr lvl="1"/>
            <a:r>
              <a:rPr lang="en-GB" sz="1400" dirty="0"/>
              <a:t>Interview panel (Our People) regarding generational gap with 3 employees from different edges. </a:t>
            </a:r>
          </a:p>
          <a:p>
            <a:pPr lvl="1"/>
            <a:r>
              <a:rPr lang="en-GB" sz="1400" dirty="0"/>
              <a:t>Conversations based on LinkedIn Learning courses</a:t>
            </a:r>
          </a:p>
          <a:p>
            <a:pPr lvl="1"/>
            <a:r>
              <a:rPr lang="en-GB" sz="1400" dirty="0"/>
              <a:t>Webinar with an external expert</a:t>
            </a:r>
          </a:p>
        </p:txBody>
      </p:sp>
      <p:sp>
        <p:nvSpPr>
          <p:cNvPr id="11" name="Espace réservé du contenu 3">
            <a:extLst>
              <a:ext uri="{FF2B5EF4-FFF2-40B4-BE49-F238E27FC236}">
                <a16:creationId xmlns:a16="http://schemas.microsoft.com/office/drawing/2014/main" id="{5A0DAC59-1AF2-AD18-D340-29D8DDA44063}"/>
              </a:ext>
            </a:extLst>
          </p:cNvPr>
          <p:cNvSpPr txBox="1">
            <a:spLocks/>
          </p:cNvSpPr>
          <p:nvPr/>
        </p:nvSpPr>
        <p:spPr>
          <a:xfrm>
            <a:off x="1718278" y="1175965"/>
            <a:ext cx="10611780" cy="1576379"/>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Spain:</a:t>
            </a:r>
            <a:endParaRPr lang="en-GB" sz="1400" dirty="0"/>
          </a:p>
          <a:p>
            <a:pPr lvl="1"/>
            <a:r>
              <a:rPr lang="en-GB" sz="1400" dirty="0"/>
              <a:t>Launch of the GREAT network</a:t>
            </a:r>
          </a:p>
          <a:p>
            <a:pPr lvl="1"/>
            <a:r>
              <a:rPr lang="en-GB" dirty="0"/>
              <a:t> </a:t>
            </a:r>
            <a:r>
              <a:rPr lang="en-GB" sz="1400" dirty="0"/>
              <a:t>Emotional Wellness conference hosted by Isabel Rojas-</a:t>
            </a:r>
            <a:r>
              <a:rPr lang="en-GB" sz="1400" dirty="0" err="1"/>
              <a:t>Estape</a:t>
            </a:r>
            <a:r>
              <a:rPr lang="en-GB" sz="1400" dirty="0"/>
              <a:t>, Spanish well-known </a:t>
            </a:r>
            <a:r>
              <a:rPr lang="en-GB" sz="1400" dirty="0" err="1"/>
              <a:t>Psycologist</a:t>
            </a:r>
            <a:r>
              <a:rPr lang="en-GB" sz="1400" dirty="0"/>
              <a:t>, within the framework of CACEIS Spain Emotional Wellness Program.</a:t>
            </a:r>
          </a:p>
          <a:p>
            <a:pPr lvl="1"/>
            <a:r>
              <a:rPr lang="en-GB" sz="1400" dirty="0"/>
              <a:t> </a:t>
            </a:r>
            <a:r>
              <a:rPr lang="en-GB" sz="1400" dirty="0" err="1"/>
              <a:t>Handicaped</a:t>
            </a:r>
            <a:r>
              <a:rPr lang="en-GB" sz="1400" dirty="0"/>
              <a:t> Basketball team: CACEIS employees attended to one of the team's trainings and played a diverse game with them. Teams members </a:t>
            </a:r>
            <a:r>
              <a:rPr lang="en-GB" sz="1400" dirty="0" err="1"/>
              <a:t>tought</a:t>
            </a:r>
            <a:r>
              <a:rPr lang="en-GB" sz="1400" dirty="0"/>
              <a:t> CACEIS team how to play Basket. </a:t>
            </a:r>
            <a:endParaRPr lang="fr-FR" sz="1400" dirty="0"/>
          </a:p>
        </p:txBody>
      </p:sp>
      <p:sp>
        <p:nvSpPr>
          <p:cNvPr id="12" name="Espace réservé du contenu 3">
            <a:extLst>
              <a:ext uri="{FF2B5EF4-FFF2-40B4-BE49-F238E27FC236}">
                <a16:creationId xmlns:a16="http://schemas.microsoft.com/office/drawing/2014/main" id="{AB6B2F22-A605-B491-C93B-5C70AF72B2ED}"/>
              </a:ext>
            </a:extLst>
          </p:cNvPr>
          <p:cNvSpPr txBox="1">
            <a:spLocks/>
          </p:cNvSpPr>
          <p:nvPr/>
        </p:nvSpPr>
        <p:spPr>
          <a:xfrm>
            <a:off x="1718278" y="4714677"/>
            <a:ext cx="3643153" cy="449875"/>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Mexico</a:t>
            </a:r>
            <a:endParaRPr lang="en-GB" sz="1400" dirty="0"/>
          </a:p>
        </p:txBody>
      </p:sp>
    </p:spTree>
    <p:extLst>
      <p:ext uri="{BB962C8B-B14F-4D97-AF65-F5344CB8AC3E}">
        <p14:creationId xmlns:p14="http://schemas.microsoft.com/office/powerpoint/2010/main" val="422337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C6C21-7356-1FC5-B5C2-869CA0AD6BC0}"/>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E1D8B1C-26FC-D57B-5A51-FAD07EB21EC8}"/>
              </a:ext>
            </a:extLst>
          </p:cNvPr>
          <p:cNvSpPr>
            <a:spLocks noGrp="1"/>
          </p:cNvSpPr>
          <p:nvPr>
            <p:ph type="body" sz="quarter" idx="10"/>
          </p:nvPr>
        </p:nvSpPr>
        <p:spPr/>
        <p:txBody>
          <a:bodyPr/>
          <a:lstStyle/>
          <a:p>
            <a:r>
              <a:rPr lang="en-US" dirty="0"/>
              <a:t>Diversity Month 2025 – Wrap up</a:t>
            </a:r>
          </a:p>
          <a:p>
            <a:endParaRPr lang="fr-FR" dirty="0"/>
          </a:p>
        </p:txBody>
      </p:sp>
      <p:sp>
        <p:nvSpPr>
          <p:cNvPr id="3" name="Titre 2">
            <a:extLst>
              <a:ext uri="{FF2B5EF4-FFF2-40B4-BE49-F238E27FC236}">
                <a16:creationId xmlns:a16="http://schemas.microsoft.com/office/drawing/2014/main" id="{CEBEA24E-4A95-6833-63CE-8AD5CEF02269}"/>
              </a:ext>
            </a:extLst>
          </p:cNvPr>
          <p:cNvSpPr>
            <a:spLocks noGrp="1"/>
          </p:cNvSpPr>
          <p:nvPr>
            <p:ph type="title"/>
          </p:nvPr>
        </p:nvSpPr>
        <p:spPr/>
        <p:txBody>
          <a:bodyPr/>
          <a:lstStyle/>
          <a:p>
            <a:r>
              <a:rPr lang="fr-FR" dirty="0"/>
              <a:t>Diversity </a:t>
            </a:r>
            <a:r>
              <a:rPr lang="fr-FR" dirty="0" err="1"/>
              <a:t>Month</a:t>
            </a:r>
            <a:r>
              <a:rPr lang="fr-FR" dirty="0"/>
              <a:t>: local initiatives (4/4) </a:t>
            </a:r>
          </a:p>
        </p:txBody>
      </p:sp>
      <p:pic>
        <p:nvPicPr>
          <p:cNvPr id="6" name="Image 5" descr="Une image contenant texte, graphisme, affiche, Graphique&#10;&#10;Le contenu généré par l’IA peut être incorrect.">
            <a:extLst>
              <a:ext uri="{FF2B5EF4-FFF2-40B4-BE49-F238E27FC236}">
                <a16:creationId xmlns:a16="http://schemas.microsoft.com/office/drawing/2014/main" id="{2AF58FEE-1490-922A-A9F9-CEA4989464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2151" y="48861"/>
            <a:ext cx="2003401" cy="1374827"/>
          </a:xfrm>
          <a:prstGeom prst="rect">
            <a:avLst/>
          </a:prstGeom>
        </p:spPr>
      </p:pic>
      <p:pic>
        <p:nvPicPr>
          <p:cNvPr id="3082" name="Picture 10">
            <a:extLst>
              <a:ext uri="{FF2B5EF4-FFF2-40B4-BE49-F238E27FC236}">
                <a16:creationId xmlns:a16="http://schemas.microsoft.com/office/drawing/2014/main" id="{961CB505-5EA4-CCCB-2EE3-A938B9172B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301" y="1812748"/>
            <a:ext cx="764975" cy="522193"/>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F3B12630-3200-73CB-7D7A-96FA6DAD07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763" y="4078224"/>
            <a:ext cx="773132" cy="522193"/>
          </a:xfrm>
          <a:prstGeom prst="rect">
            <a:avLst/>
          </a:prstGeom>
          <a:noFill/>
          <a:extLst>
            <a:ext uri="{909E8E84-426E-40DD-AFC4-6F175D3DCCD1}">
              <a14:hiddenFill xmlns:a14="http://schemas.microsoft.com/office/drawing/2010/main">
                <a:solidFill>
                  <a:srgbClr val="FFFFFF"/>
                </a:solidFill>
              </a14:hiddenFill>
            </a:ext>
          </a:extLst>
        </p:spPr>
      </p:pic>
      <p:sp>
        <p:nvSpPr>
          <p:cNvPr id="22" name="Espace réservé du contenu 3">
            <a:extLst>
              <a:ext uri="{FF2B5EF4-FFF2-40B4-BE49-F238E27FC236}">
                <a16:creationId xmlns:a16="http://schemas.microsoft.com/office/drawing/2014/main" id="{6AABC162-F98B-78A1-1B14-9B5F9238BDD0}"/>
              </a:ext>
            </a:extLst>
          </p:cNvPr>
          <p:cNvSpPr txBox="1">
            <a:spLocks/>
          </p:cNvSpPr>
          <p:nvPr/>
        </p:nvSpPr>
        <p:spPr>
          <a:xfrm>
            <a:off x="1718278" y="3429000"/>
            <a:ext cx="9808683" cy="1448976"/>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a:t>UK:</a:t>
            </a:r>
            <a:endParaRPr lang="en-US" sz="1600" dirty="0"/>
          </a:p>
          <a:p>
            <a:pPr lvl="1"/>
            <a:r>
              <a:rPr lang="en-GB" sz="1400" dirty="0"/>
              <a:t>Diwali - celebrating with chai lattes and barfi in the office. </a:t>
            </a:r>
          </a:p>
          <a:p>
            <a:pPr lvl="1"/>
            <a:r>
              <a:rPr lang="en-GB" sz="1400" dirty="0"/>
              <a:t>Mix &amp; Mingle Breakfast - colleagues were welcomed to try a diverse range of breakfasts from countries across the world. Games such as </a:t>
            </a:r>
            <a:r>
              <a:rPr lang="en-GB" sz="1400" dirty="0" err="1"/>
              <a:t>jenga</a:t>
            </a:r>
            <a:r>
              <a:rPr lang="en-GB" sz="1400" dirty="0"/>
              <a:t>, a diversity quiz and guess the flag.</a:t>
            </a:r>
          </a:p>
          <a:p>
            <a:pPr lvl="1"/>
            <a:r>
              <a:rPr lang="en-GB" sz="1400" dirty="0"/>
              <a:t>Intergenerational interview - interviewing two employees at different stages in their career, questions and answers to be posted on Omnia.</a:t>
            </a:r>
          </a:p>
        </p:txBody>
      </p:sp>
      <p:sp>
        <p:nvSpPr>
          <p:cNvPr id="12" name="Espace réservé du contenu 3">
            <a:extLst>
              <a:ext uri="{FF2B5EF4-FFF2-40B4-BE49-F238E27FC236}">
                <a16:creationId xmlns:a16="http://schemas.microsoft.com/office/drawing/2014/main" id="{D29E9026-A6D8-39D0-BEAB-190D87D16AFD}"/>
              </a:ext>
            </a:extLst>
          </p:cNvPr>
          <p:cNvSpPr txBox="1">
            <a:spLocks/>
          </p:cNvSpPr>
          <p:nvPr/>
        </p:nvSpPr>
        <p:spPr>
          <a:xfrm>
            <a:off x="1718278" y="1848907"/>
            <a:ext cx="10205498" cy="449875"/>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fr-FR" sz="1600" dirty="0" err="1"/>
              <a:t>Switzerland</a:t>
            </a:r>
            <a:r>
              <a:rPr lang="fr-FR" sz="1600" dirty="0"/>
              <a:t>:</a:t>
            </a:r>
          </a:p>
          <a:p>
            <a:pPr lvl="1"/>
            <a:r>
              <a:rPr lang="en-GB" sz="1400" dirty="0"/>
              <a:t>Cultural Diversity Workshops, dedicated to cultural diversity in Switzerland, aim at combining people from both Nyon and Zurich offices, an opportunity to explore the many cultural identities that shape and enrich our Swiss workplace (awareness, collaboration and communication) </a:t>
            </a:r>
          </a:p>
        </p:txBody>
      </p:sp>
    </p:spTree>
    <p:extLst>
      <p:ext uri="{BB962C8B-B14F-4D97-AF65-F5344CB8AC3E}">
        <p14:creationId xmlns:p14="http://schemas.microsoft.com/office/powerpoint/2010/main" val="3606032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575FD-02B0-48E9-89DF-735D5F629FE0}"/>
            </a:ext>
          </a:extLst>
        </p:cNvPr>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D5E3B3C-49F9-CA39-25B9-85F1389420CB}"/>
              </a:ext>
            </a:extLst>
          </p:cNvPr>
          <p:cNvSpPr>
            <a:spLocks noGrp="1"/>
          </p:cNvSpPr>
          <p:nvPr>
            <p:ph type="body" sz="quarter" idx="10"/>
          </p:nvPr>
        </p:nvSpPr>
        <p:spPr/>
        <p:txBody>
          <a:bodyPr/>
          <a:lstStyle/>
          <a:p>
            <a:r>
              <a:rPr lang="fr-FR" sz="1600" dirty="0"/>
              <a:t>One CACEIS Culture: Diversity and Inclusion</a:t>
            </a:r>
          </a:p>
          <a:p>
            <a:endParaRPr lang="fr-FR" dirty="0"/>
          </a:p>
        </p:txBody>
      </p:sp>
      <p:sp>
        <p:nvSpPr>
          <p:cNvPr id="3" name="Titre 2">
            <a:extLst>
              <a:ext uri="{FF2B5EF4-FFF2-40B4-BE49-F238E27FC236}">
                <a16:creationId xmlns:a16="http://schemas.microsoft.com/office/drawing/2014/main" id="{A1D42489-6C3B-BAAF-894A-4E39F71B9008}"/>
              </a:ext>
            </a:extLst>
          </p:cNvPr>
          <p:cNvSpPr>
            <a:spLocks noGrp="1"/>
          </p:cNvSpPr>
          <p:nvPr>
            <p:ph type="title"/>
          </p:nvPr>
        </p:nvSpPr>
        <p:spPr>
          <a:xfrm>
            <a:off x="287869" y="396746"/>
            <a:ext cx="11737555" cy="764975"/>
          </a:xfrm>
        </p:spPr>
        <p:txBody>
          <a:bodyPr/>
          <a:lstStyle/>
          <a:p>
            <a:r>
              <a:rPr lang="en-GB" sz="3600" dirty="0">
                <a:latin typeface="Lato"/>
                <a:ea typeface="Lato"/>
                <a:cs typeface="Lato"/>
              </a:rPr>
              <a:t>D&amp;I Group roadmap project 2026</a:t>
            </a:r>
            <a:endParaRPr lang="fr-FR" sz="3600" dirty="0"/>
          </a:p>
        </p:txBody>
      </p:sp>
      <p:sp>
        <p:nvSpPr>
          <p:cNvPr id="4" name="Espace réservé du contenu 3">
            <a:extLst>
              <a:ext uri="{FF2B5EF4-FFF2-40B4-BE49-F238E27FC236}">
                <a16:creationId xmlns:a16="http://schemas.microsoft.com/office/drawing/2014/main" id="{32E1F12A-EFB1-40AA-DC72-6CD2FB747ED7}"/>
              </a:ext>
            </a:extLst>
          </p:cNvPr>
          <p:cNvSpPr>
            <a:spLocks noGrp="1"/>
          </p:cNvSpPr>
          <p:nvPr>
            <p:ph idx="11"/>
          </p:nvPr>
        </p:nvSpPr>
        <p:spPr>
          <a:xfrm>
            <a:off x="141205" y="1161720"/>
            <a:ext cx="11884220" cy="5563493"/>
          </a:xfrm>
        </p:spPr>
        <p:txBody>
          <a:bodyPr/>
          <a:lstStyle/>
          <a:p>
            <a:pPr fontAlgn="ctr"/>
            <a:r>
              <a:rPr lang="en-US" dirty="0" err="1"/>
              <a:t>Strenghten</a:t>
            </a:r>
            <a:r>
              <a:rPr lang="en-US" dirty="0"/>
              <a:t> communication to improve adoption: better communicate on D&amp;I and make sure that the topic is adopted by everyone</a:t>
            </a:r>
            <a:endParaRPr lang="en-US" sz="3200" dirty="0"/>
          </a:p>
          <a:p>
            <a:pPr lvl="1" fontAlgn="ctr"/>
            <a:r>
              <a:rPr lang="en-US" dirty="0"/>
              <a:t>Nurture the dialogue with the Comex			</a:t>
            </a:r>
            <a:endParaRPr lang="en-US" sz="2667" dirty="0"/>
          </a:p>
          <a:p>
            <a:pPr lvl="1" fontAlgn="ctr"/>
            <a:r>
              <a:rPr lang="en-US" dirty="0"/>
              <a:t>Keep a sponsor at Comex level</a:t>
            </a:r>
            <a:endParaRPr lang="en-US" sz="2667" dirty="0"/>
          </a:p>
          <a:p>
            <a:pPr lvl="1" fontAlgn="ctr"/>
            <a:r>
              <a:rPr lang="en-US" dirty="0"/>
              <a:t>Get a D&amp;I sponsor in each local Exco</a:t>
            </a:r>
          </a:p>
          <a:p>
            <a:endParaRPr lang="en-US" sz="1400" dirty="0"/>
          </a:p>
          <a:p>
            <a:pPr fontAlgn="ctr"/>
            <a:r>
              <a:rPr lang="en-US" dirty="0"/>
              <a:t>Fight against all types of discriminations:</a:t>
            </a:r>
          </a:p>
          <a:p>
            <a:pPr lvl="1" fontAlgn="ctr"/>
            <a:r>
              <a:rPr lang="en-GB" dirty="0"/>
              <a:t>Through governance (better disseminate the Group’s zero-tolerance policy and reporting process)</a:t>
            </a:r>
          </a:p>
          <a:p>
            <a:pPr lvl="1" fontAlgn="ctr"/>
            <a:r>
              <a:rPr lang="en-US" dirty="0">
                <a:solidFill>
                  <a:srgbClr val="52575F"/>
                </a:solidFill>
              </a:rPr>
              <a:t>Through trainings for managers and employees </a:t>
            </a:r>
            <a:endParaRPr lang="en-GB" dirty="0"/>
          </a:p>
          <a:p>
            <a:pPr lvl="2" fontAlgn="ctr">
              <a:buClr>
                <a:srgbClr val="D0131A"/>
              </a:buClr>
              <a:defRPr/>
            </a:pPr>
            <a:endParaRPr lang="en-US" sz="1333" dirty="0"/>
          </a:p>
          <a:p>
            <a:pPr fontAlgn="ctr"/>
            <a:r>
              <a:rPr lang="en-US" dirty="0"/>
              <a:t>Foster interculturality and intergenerational to reinforce the feeling of belonging to ONE CACEIS</a:t>
            </a:r>
          </a:p>
          <a:p>
            <a:pPr lvl="1" fontAlgn="ctr"/>
            <a:r>
              <a:rPr lang="en-US" dirty="0"/>
              <a:t>For a more inclusive environment with a positive impact on performance</a:t>
            </a:r>
            <a:endParaRPr lang="en-US" sz="2400" dirty="0"/>
          </a:p>
          <a:p>
            <a:pPr lvl="1" fontAlgn="ctr"/>
            <a:r>
              <a:rPr lang="en-US" dirty="0"/>
              <a:t>Make known cultural codes at work</a:t>
            </a:r>
            <a:endParaRPr lang="en-US" sz="2667" dirty="0"/>
          </a:p>
          <a:p>
            <a:pPr marL="0" indent="0">
              <a:buNone/>
            </a:pPr>
            <a:endParaRPr lang="en-US" sz="1333" dirty="0"/>
          </a:p>
          <a:p>
            <a:pPr fontAlgn="ctr"/>
            <a:r>
              <a:rPr lang="en-US" dirty="0"/>
              <a:t>Reinforce D&amp;I footprint in all HR processes to ensure equal opportunities</a:t>
            </a:r>
            <a:endParaRPr lang="en-US" sz="3200" dirty="0"/>
          </a:p>
          <a:p>
            <a:pPr lvl="1" fontAlgn="ctr"/>
            <a:r>
              <a:rPr lang="en-US" dirty="0"/>
              <a:t>D&amp;I policy review / governance</a:t>
            </a:r>
          </a:p>
          <a:p>
            <a:pPr lvl="1" fontAlgn="ctr"/>
            <a:r>
              <a:rPr lang="fr-FR" dirty="0" err="1"/>
              <a:t>Determine</a:t>
            </a:r>
            <a:r>
              <a:rPr lang="fr-FR" dirty="0"/>
              <a:t> and </a:t>
            </a:r>
            <a:r>
              <a:rPr lang="fr-FR" dirty="0" err="1"/>
              <a:t>complement</a:t>
            </a:r>
            <a:r>
              <a:rPr lang="fr-FR" dirty="0"/>
              <a:t> D&amp;I </a:t>
            </a:r>
            <a:r>
              <a:rPr lang="fr-FR" dirty="0" err="1"/>
              <a:t>indicators</a:t>
            </a:r>
            <a:r>
              <a:rPr lang="fr-FR" dirty="0"/>
              <a:t> in HR </a:t>
            </a:r>
            <a:r>
              <a:rPr lang="fr-FR" dirty="0" err="1"/>
              <a:t>hitpoin</a:t>
            </a:r>
            <a:r>
              <a:rPr lang="en-US" dirty="0"/>
              <a:t>t</a:t>
            </a:r>
          </a:p>
          <a:p>
            <a:pPr lvl="1" fontAlgn="ctr"/>
            <a:r>
              <a:rPr lang="en-US" dirty="0"/>
              <a:t>Recruitment, mobility</a:t>
            </a:r>
          </a:p>
          <a:p>
            <a:pPr lvl="1"/>
            <a:endParaRPr lang="fr-FR" dirty="0"/>
          </a:p>
          <a:p>
            <a:pPr lvl="1"/>
            <a:endParaRPr lang="fr-FR" dirty="0"/>
          </a:p>
        </p:txBody>
      </p:sp>
      <p:sp>
        <p:nvSpPr>
          <p:cNvPr id="7" name="Espace réservé du contenu 3">
            <a:extLst>
              <a:ext uri="{FF2B5EF4-FFF2-40B4-BE49-F238E27FC236}">
                <a16:creationId xmlns:a16="http://schemas.microsoft.com/office/drawing/2014/main" id="{60930169-FBD9-FE1D-AC3A-8491A813DC31}"/>
              </a:ext>
            </a:extLst>
          </p:cNvPr>
          <p:cNvSpPr txBox="1">
            <a:spLocks/>
          </p:cNvSpPr>
          <p:nvPr/>
        </p:nvSpPr>
        <p:spPr>
          <a:xfrm>
            <a:off x="5903781" y="1759045"/>
            <a:ext cx="4123499" cy="922449"/>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lvl="1" fontAlgn="ctr"/>
            <a:r>
              <a:rPr lang="en-US" dirty="0"/>
              <a:t>Leverage on network of ambassadors</a:t>
            </a:r>
          </a:p>
          <a:p>
            <a:pPr lvl="1" fontAlgn="ctr"/>
            <a:r>
              <a:rPr lang="en-US" dirty="0"/>
              <a:t>Train on inclusive management</a:t>
            </a:r>
          </a:p>
          <a:p>
            <a:pPr lvl="1" fontAlgn="ctr"/>
            <a:r>
              <a:rPr lang="en-US" dirty="0"/>
              <a:t>Disseminate throughout the </a:t>
            </a:r>
            <a:r>
              <a:rPr lang="en-US" dirty="0" err="1"/>
              <a:t>organisation</a:t>
            </a:r>
            <a:endParaRPr lang="en-US" dirty="0"/>
          </a:p>
          <a:p>
            <a:pPr marL="243410" lvl="1" indent="0">
              <a:buNone/>
            </a:pPr>
            <a:endParaRPr lang="fr-FR" sz="1867" dirty="0"/>
          </a:p>
        </p:txBody>
      </p:sp>
      <p:sp>
        <p:nvSpPr>
          <p:cNvPr id="8" name="Espace réservé du contenu 3">
            <a:extLst>
              <a:ext uri="{FF2B5EF4-FFF2-40B4-BE49-F238E27FC236}">
                <a16:creationId xmlns:a16="http://schemas.microsoft.com/office/drawing/2014/main" id="{4EC8E99E-3648-F888-7EC2-3B8F05C81AA7}"/>
              </a:ext>
            </a:extLst>
          </p:cNvPr>
          <p:cNvSpPr txBox="1">
            <a:spLocks/>
          </p:cNvSpPr>
          <p:nvPr/>
        </p:nvSpPr>
        <p:spPr>
          <a:xfrm>
            <a:off x="6156646" y="2988075"/>
            <a:ext cx="4977578" cy="922449"/>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lvl="1" fontAlgn="ctr">
              <a:buClr>
                <a:srgbClr val="D0131A"/>
              </a:buClr>
              <a:defRPr/>
            </a:pPr>
            <a:endParaRPr lang="en-US" dirty="0">
              <a:solidFill>
                <a:srgbClr val="52575F"/>
              </a:solidFill>
            </a:endParaRPr>
          </a:p>
        </p:txBody>
      </p:sp>
      <p:sp>
        <p:nvSpPr>
          <p:cNvPr id="9" name="Espace réservé du contenu 3">
            <a:extLst>
              <a:ext uri="{FF2B5EF4-FFF2-40B4-BE49-F238E27FC236}">
                <a16:creationId xmlns:a16="http://schemas.microsoft.com/office/drawing/2014/main" id="{0B098563-8D79-78A3-18EF-8A8D480DADB6}"/>
              </a:ext>
            </a:extLst>
          </p:cNvPr>
          <p:cNvSpPr txBox="1">
            <a:spLocks/>
          </p:cNvSpPr>
          <p:nvPr/>
        </p:nvSpPr>
        <p:spPr>
          <a:xfrm>
            <a:off x="5903781" y="5741981"/>
            <a:ext cx="4522771" cy="1116019"/>
          </a:xfrm>
          <a:prstGeom prst="rect">
            <a:avLst/>
          </a:prstGeom>
        </p:spPr>
        <p:txBody>
          <a:bodyPr lIns="0"/>
          <a:lstStyle>
            <a:lvl1pPr marL="180975" indent="-180975" algn="l" defTabSz="1219170" rtl="0" eaLnBrk="1" latinLnBrk="0" hangingPunct="1">
              <a:spcBef>
                <a:spcPct val="20000"/>
              </a:spcBef>
              <a:buClr>
                <a:schemeClr val="accent1"/>
              </a:buClr>
              <a:buFont typeface="Wingdings" panose="05000000000000000000" pitchFamily="2" charset="2"/>
              <a:buChar char="§"/>
              <a:defRPr sz="1800"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358775" indent="-176213" algn="l" defTabSz="1219170" rtl="0" eaLnBrk="1" latinLnBrk="0" hangingPunct="1">
              <a:spcBef>
                <a:spcPct val="20000"/>
              </a:spcBef>
              <a:buClr>
                <a:schemeClr val="accent1"/>
              </a:buClr>
              <a:buSzPct val="60000"/>
              <a:buFont typeface="Wingdings 3" panose="05040102010807070707" pitchFamily="18" charset="2"/>
              <a:buChar char=""/>
              <a:tabLst/>
              <a:defRPr sz="16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538163" indent="-179388" algn="l" defTabSz="1219170" rtl="0" eaLnBrk="1" latinLnBrk="0" hangingPunct="1">
              <a:spcBef>
                <a:spcPct val="20000"/>
              </a:spcBef>
              <a:buClr>
                <a:schemeClr val="accent1"/>
              </a:buClr>
              <a:buFont typeface="Arial" panose="020B0604020202020204" pitchFamily="34" charset="0"/>
              <a:buChar char="•"/>
              <a:tabLst/>
              <a:defRPr sz="1400"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715963" indent="-174625" algn="l" defTabSz="1219170" rtl="0" eaLnBrk="1" latinLnBrk="0" hangingPunct="1">
              <a:spcBef>
                <a:spcPct val="20000"/>
              </a:spcBef>
              <a:buClr>
                <a:schemeClr val="accent1"/>
              </a:buClr>
              <a:buSzPct val="75000"/>
              <a:buFont typeface="Arial" panose="020B0604020202020204" pitchFamily="34" charset="0"/>
              <a:buChar char="-"/>
              <a:tabLst/>
              <a:defRPr sz="1050"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478355" lvl="1" indent="-234945" defTabSz="1625519" fontAlgn="ctr">
              <a:buClr>
                <a:srgbClr val="D0131A"/>
              </a:buClr>
              <a:defRPr/>
            </a:pPr>
            <a:r>
              <a:rPr lang="en-US" dirty="0">
                <a:solidFill>
                  <a:srgbClr val="52575F"/>
                </a:solidFill>
              </a:rPr>
              <a:t>Pay transparency and Job Suite</a:t>
            </a:r>
          </a:p>
          <a:p>
            <a:pPr marL="478355" lvl="1" indent="-234945" defTabSz="1625519" fontAlgn="ctr">
              <a:buClr>
                <a:srgbClr val="D0131A"/>
              </a:buClr>
              <a:defRPr/>
            </a:pPr>
            <a:r>
              <a:rPr lang="en-US" dirty="0">
                <a:solidFill>
                  <a:srgbClr val="52575F"/>
                </a:solidFill>
              </a:rPr>
              <a:t>Employer Brand</a:t>
            </a:r>
          </a:p>
        </p:txBody>
      </p:sp>
      <p:pic>
        <p:nvPicPr>
          <p:cNvPr id="10" name="Image 7" descr="Une image contenant texte, Police, capture d’écran, logo&#10;&#10;Le contenu généré par l’IA peut être incorrect.">
            <a:extLst>
              <a:ext uri="{FF2B5EF4-FFF2-40B4-BE49-F238E27FC236}">
                <a16:creationId xmlns:a16="http://schemas.microsoft.com/office/drawing/2014/main" id="{303E2EB4-705D-AF0E-C544-34AB0DDAE9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49282" y="5696280"/>
            <a:ext cx="1190161" cy="1019968"/>
          </a:xfrm>
          <a:prstGeom prst="rect">
            <a:avLst/>
          </a:prstGeom>
        </p:spPr>
      </p:pic>
    </p:spTree>
    <p:extLst>
      <p:ext uri="{BB962C8B-B14F-4D97-AF65-F5344CB8AC3E}">
        <p14:creationId xmlns:p14="http://schemas.microsoft.com/office/powerpoint/2010/main" val="29082283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WKas009TcyqUi6crQ8nhQ"/>
</p:tagLst>
</file>

<file path=ppt/theme/theme1.xml><?xml version="1.0" encoding="utf-8"?>
<a:theme xmlns:a="http://schemas.openxmlformats.org/drawingml/2006/main" name="2_CACEIS_BASIQUE">
  <a:themeElements>
    <a:clrScheme name="Personnalisée 2">
      <a:dk1>
        <a:srgbClr val="000000"/>
      </a:dk1>
      <a:lt1>
        <a:srgbClr val="FFFFFF"/>
      </a:lt1>
      <a:dk2>
        <a:srgbClr val="52575F"/>
      </a:dk2>
      <a:lt2>
        <a:srgbClr val="DCDDDF"/>
      </a:lt2>
      <a:accent1>
        <a:srgbClr val="D0131D"/>
      </a:accent1>
      <a:accent2>
        <a:srgbClr val="7E93A7"/>
      </a:accent2>
      <a:accent3>
        <a:srgbClr val="2B728A"/>
      </a:accent3>
      <a:accent4>
        <a:srgbClr val="E6F3F9"/>
      </a:accent4>
      <a:accent5>
        <a:srgbClr val="E84E0E"/>
      </a:accent5>
      <a:accent6>
        <a:srgbClr val="88ADC1"/>
      </a:accent6>
      <a:hlink>
        <a:srgbClr val="0000FF"/>
      </a:hlink>
      <a:folHlink>
        <a:srgbClr val="D5D4D4"/>
      </a:folHlink>
    </a:clrScheme>
    <a:fontScheme name="Lato Regular">
      <a:majorFont>
        <a:latin typeface="Lato Regular"/>
        <a:ea typeface=""/>
        <a:cs typeface=""/>
      </a:majorFont>
      <a:minorFont>
        <a:latin typeface="Lato Regular"/>
        <a:ea typeface=""/>
        <a:cs typeface=""/>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ustom Design">
  <a:themeElements>
    <a:clrScheme name="CACEIS">
      <a:dk1>
        <a:srgbClr val="000000"/>
      </a:dk1>
      <a:lt1>
        <a:srgbClr val="FFFFFF"/>
      </a:lt1>
      <a:dk2>
        <a:srgbClr val="52575F"/>
      </a:dk2>
      <a:lt2>
        <a:srgbClr val="DCDDDF"/>
      </a:lt2>
      <a:accent1>
        <a:srgbClr val="D0131A"/>
      </a:accent1>
      <a:accent2>
        <a:srgbClr val="7E93A7"/>
      </a:accent2>
      <a:accent3>
        <a:srgbClr val="2B728A"/>
      </a:accent3>
      <a:accent4>
        <a:srgbClr val="E6F3F9"/>
      </a:accent4>
      <a:accent5>
        <a:srgbClr val="E84E0E"/>
      </a:accent5>
      <a:accent6>
        <a:srgbClr val="88ADC1"/>
      </a:accent6>
      <a:hlink>
        <a:srgbClr val="0000FF"/>
      </a:hlink>
      <a:folHlink>
        <a:srgbClr val="D5D4D4"/>
      </a:folHlink>
    </a:clrScheme>
    <a:fontScheme name="lATO">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2018-16x9-EN-SIMPLIFIED-INTERNAL-USE" id="{2037D064-3B66-4AD9-B6ED-0FC5F1D40ECD}" vid="{AEAB568E-F782-4D34-919B-6D47A6C5263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44D2E2B82ADD4A9B9134FAE1B95745" ma:contentTypeVersion="10" ma:contentTypeDescription="Crée un document." ma:contentTypeScope="" ma:versionID="5afcc2b83586eeb69dfbac2d20069768">
  <xsd:schema xmlns:xsd="http://www.w3.org/2001/XMLSchema" xmlns:xs="http://www.w3.org/2001/XMLSchema" xmlns:p="http://schemas.microsoft.com/office/2006/metadata/properties" xmlns:ns2="3db71d7b-46c8-46a9-9c25-052eebbf2010" targetNamespace="http://schemas.microsoft.com/office/2006/metadata/properties" ma:root="true" ma:fieldsID="54ff9a031295ebae21e2f611fe0949b4" ns2:_="">
    <xsd:import namespace="3db71d7b-46c8-46a9-9c25-052eebbf201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b71d7b-46c8-46a9-9c25-052eebbf20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cb4e1ff1-4910-4b26-8f48-d1ddcd02db2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db71d7b-46c8-46a9-9c25-052eebbf201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9A7F85E-EFDA-47DB-8417-5954EE4F0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b71d7b-46c8-46a9-9c25-052eebbf20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C75DA8-BFEB-41BF-9C56-B34420718A22}">
  <ds:schemaRefs>
    <ds:schemaRef ds:uri="http://schemas.microsoft.com/sharepoint/v3/contenttype/forms"/>
  </ds:schemaRefs>
</ds:datastoreItem>
</file>

<file path=customXml/itemProps3.xml><?xml version="1.0" encoding="utf-8"?>
<ds:datastoreItem xmlns:ds="http://schemas.openxmlformats.org/officeDocument/2006/customXml" ds:itemID="{BD4DCD77-74E0-445B-B4CF-DA0271160D22}">
  <ds:schemaRefs>
    <ds:schemaRef ds:uri="http://purl.org/dc/dcmitype/"/>
    <ds:schemaRef ds:uri="http://schemas.microsoft.com/office/2006/documentManagement/types"/>
    <ds:schemaRef ds:uri="http://purl.org/dc/elements/1.1/"/>
    <ds:schemaRef ds:uri="http://schemas.microsoft.com/office/infopath/2007/PartnerControls"/>
    <ds:schemaRef ds:uri="3db71d7b-46c8-46a9-9c25-052eebbf2010"/>
    <ds:schemaRef ds:uri="http://schemas.openxmlformats.org/package/2006/metadata/core-propertie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1035</Words>
  <Application>Microsoft Office PowerPoint</Application>
  <PresentationFormat>Widescreen</PresentationFormat>
  <Paragraphs>112</Paragraphs>
  <Slides>7</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7</vt:i4>
      </vt:variant>
    </vt:vector>
  </HeadingPairs>
  <TitlesOfParts>
    <vt:vector size="20" baseType="lpstr">
      <vt:lpstr>Arial</vt:lpstr>
      <vt:lpstr>Calibri</vt:lpstr>
      <vt:lpstr>Helvetica</vt:lpstr>
      <vt:lpstr>Lato</vt:lpstr>
      <vt:lpstr>Lato Regular</vt:lpstr>
      <vt:lpstr>Lato Semibold</vt:lpstr>
      <vt:lpstr>LucidaGrande</vt:lpstr>
      <vt:lpstr>Trebuchet MS</vt:lpstr>
      <vt:lpstr>Wingdings</vt:lpstr>
      <vt:lpstr>Wingdings 3</vt:lpstr>
      <vt:lpstr>2_CACEIS_BASIQUE</vt:lpstr>
      <vt:lpstr>3_Custom Design</vt:lpstr>
      <vt:lpstr>think-cell Slide</vt:lpstr>
      <vt:lpstr>Diversity Month 2025: wrap up &amp; D&amp;I Group roadmap project 2026 </vt:lpstr>
      <vt:lpstr>Diversity Month overview at a group level</vt:lpstr>
      <vt:lpstr>Diversity Month: local initiatives (1/4) </vt:lpstr>
      <vt:lpstr>Diversity Month: local initiatives (2/4)</vt:lpstr>
      <vt:lpstr>Diversity Month: local initiatives (3/4) </vt:lpstr>
      <vt:lpstr>Diversity Month: local initiatives (4/4) </vt:lpstr>
      <vt:lpstr>D&amp;I Group roadmap project 2026</vt:lpstr>
    </vt:vector>
  </TitlesOfParts>
  <Company>SILCA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DISCOURS, Jérôme</dc:creator>
  <cp:lastModifiedBy>Causi, Alexandra</cp:lastModifiedBy>
  <cp:revision>172</cp:revision>
  <cp:lastPrinted>2024-06-06T16:56:42Z</cp:lastPrinted>
  <dcterms:created xsi:type="dcterms:W3CDTF">2022-04-22T09:35:30Z</dcterms:created>
  <dcterms:modified xsi:type="dcterms:W3CDTF">2025-12-12T14:41:31Z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0x0101005644D2E2B82ADD4A9B9134FAE1B95745</vt:lpwstr>
  </property>
  <property fmtid="{D5CDD505-2E9C-101B-9397-08002B2CF9AE}" pid="3" name="MediaServiceImageTags">
    <vt:lpwstr/>
  </property>
  <property fmtid="{D5CDD505-2E9C-101B-9397-08002B2CF9AE}" pid="4" name="Order">
    <vt:r8>13100</vt:r8>
  </property>
  <property fmtid="{D5CDD505-2E9C-101B-9397-08002B2CF9AE}" pid="5" name="xd_Signature">
    <vt:bool>false</vt:bool>
  </property>
  <property fmtid="{D5CDD505-2E9C-101B-9397-08002B2CF9AE}" pid="6" name="xd_ProgID">
    <vt:lpwstr/>
  </property>
  <property fmtid="{D5CDD505-2E9C-101B-9397-08002B2CF9AE}" pid="7" name="_ExtendedDescription">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y fmtid="{D5CDD505-2E9C-101B-9397-08002B2CF9AE}" pid="11" name="MSIP_Label_74959cb2-1791-4379-ac27-73c7defdb1e7_Enabled">
    <vt:lpwstr>true</vt:lpwstr>
  </property>
  <property fmtid="{D5CDD505-2E9C-101B-9397-08002B2CF9AE}" pid="12" name="MSIP_Label_74959cb2-1791-4379-ac27-73c7defdb1e7_SetDate">
    <vt:lpwstr>2024-09-06T07:29:49Z</vt:lpwstr>
  </property>
  <property fmtid="{D5CDD505-2E9C-101B-9397-08002B2CF9AE}" pid="13" name="MSIP_Label_74959cb2-1791-4379-ac27-73c7defdb1e7_Method">
    <vt:lpwstr>Privileged</vt:lpwstr>
  </property>
  <property fmtid="{D5CDD505-2E9C-101B-9397-08002B2CF9AE}" pid="14" name="MSIP_Label_74959cb2-1791-4379-ac27-73c7defdb1e7_Name">
    <vt:lpwstr>C2-Usage Interne</vt:lpwstr>
  </property>
  <property fmtid="{D5CDD505-2E9C-101B-9397-08002B2CF9AE}" pid="15" name="MSIP_Label_74959cb2-1791-4379-ac27-73c7defdb1e7_SiteId">
    <vt:lpwstr>fb3baf17-c313-474c-8d5d-577a3ec97a32</vt:lpwstr>
  </property>
  <property fmtid="{D5CDD505-2E9C-101B-9397-08002B2CF9AE}" pid="16" name="MSIP_Label_74959cb2-1791-4379-ac27-73c7defdb1e7_ActionId">
    <vt:lpwstr>6738e3de-0ae4-4d5e-8245-55bd96e39fb6</vt:lpwstr>
  </property>
  <property fmtid="{D5CDD505-2E9C-101B-9397-08002B2CF9AE}" pid="17" name="MSIP_Label_74959cb2-1791-4379-ac27-73c7defdb1e7_ContentBits">
    <vt:lpwstr>2</vt:lpwstr>
  </property>
</Properties>
</file>