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0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4"/>
  </p:sldMasterIdLst>
  <p:notesMasterIdLst>
    <p:notesMasterId r:id="rId13"/>
  </p:notesMasterIdLst>
  <p:handoutMasterIdLst>
    <p:handoutMasterId r:id="rId14"/>
  </p:handoutMasterIdLst>
  <p:sldIdLst>
    <p:sldId id="257" r:id="rId5"/>
    <p:sldId id="264" r:id="rId6"/>
    <p:sldId id="284" r:id="rId7"/>
    <p:sldId id="282" r:id="rId8"/>
    <p:sldId id="285" r:id="rId9"/>
    <p:sldId id="286" r:id="rId10"/>
    <p:sldId id="287" r:id="rId11"/>
    <p:sldId id="288" r:id="rId12"/>
  </p:sldIdLst>
  <p:sldSz cx="9144000" cy="5143500" type="screen16x9"/>
  <p:notesSz cx="6805613" cy="9944100"/>
  <p:custDataLst>
    <p:tags r:id="rId15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6">
          <p15:clr>
            <a:srgbClr val="A4A3A4"/>
          </p15:clr>
        </p15:guide>
        <p15:guide id="4" orient="horz" pos="849">
          <p15:clr>
            <a:srgbClr val="A4A3A4"/>
          </p15:clr>
        </p15:guide>
        <p15:guide id="5" orient="horz" pos="89">
          <p15:clr>
            <a:srgbClr val="A4A3A4"/>
          </p15:clr>
        </p15:guide>
        <p15:guide id="6" orient="horz" pos="386">
          <p15:clr>
            <a:srgbClr val="A4A3A4"/>
          </p15:clr>
        </p15:guide>
        <p15:guide id="7" orient="horz" pos="2868">
          <p15:clr>
            <a:srgbClr val="A4A3A4"/>
          </p15:clr>
        </p15:guide>
        <p15:guide id="8" orient="horz" pos="1121">
          <p15:clr>
            <a:srgbClr val="A4A3A4"/>
          </p15:clr>
        </p15:guide>
        <p15:guide id="9" pos="136">
          <p15:clr>
            <a:srgbClr val="A4A3A4"/>
          </p15:clr>
        </p15:guide>
        <p15:guide id="10" pos="5622">
          <p15:clr>
            <a:srgbClr val="A4A3A4"/>
          </p15:clr>
        </p15:guide>
        <p15:guide id="11" pos="2539">
          <p15:clr>
            <a:srgbClr val="A4A3A4"/>
          </p15:clr>
        </p15:guide>
        <p15:guide id="12" pos="1038">
          <p15:clr>
            <a:srgbClr val="A4A3A4"/>
          </p15:clr>
        </p15:guide>
        <p15:guide id="13" pos="23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0131A"/>
    <a:srgbClr val="A6A6A6"/>
    <a:srgbClr val="262626"/>
    <a:srgbClr val="B2BECA"/>
    <a:srgbClr val="C1D6EE"/>
    <a:srgbClr val="E0E3FA"/>
    <a:srgbClr val="E0EDFA"/>
    <a:srgbClr val="DCDEE0"/>
    <a:srgbClr val="D01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yle moyen 4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5332" autoAdjust="0"/>
  </p:normalViewPr>
  <p:slideViewPr>
    <p:cSldViewPr snapToGrid="0" showGuides="1">
      <p:cViewPr varScale="1">
        <p:scale>
          <a:sx n="147" d="100"/>
          <a:sy n="147" d="100"/>
        </p:scale>
        <p:origin x="732" y="114"/>
      </p:cViewPr>
      <p:guideLst>
        <p:guide orient="horz" pos="1620"/>
        <p:guide pos="2880"/>
        <p:guide orient="horz" pos="656"/>
        <p:guide orient="horz" pos="849"/>
        <p:guide orient="horz" pos="89"/>
        <p:guide orient="horz" pos="386"/>
        <p:guide orient="horz" pos="2868"/>
        <p:guide orient="horz" pos="1121"/>
        <p:guide pos="136"/>
        <p:guide pos="5622"/>
        <p:guide pos="2539"/>
        <p:guide pos="103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-3930" y="-78"/>
      </p:cViewPr>
      <p:guideLst>
        <p:guide orient="horz" pos="3132"/>
        <p:guide pos="214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401758-A16C-4563-8032-248810AB159B}" type="doc">
      <dgm:prSet loTypeId="urn:microsoft.com/office/officeart/2005/8/layout/cycle8" loCatId="cycle" qsTypeId="urn:microsoft.com/office/officeart/2005/8/quickstyle/simple2" qsCatId="simple" csTypeId="urn:microsoft.com/office/officeart/2005/8/colors/colorful3" csCatId="colorful" phldr="1"/>
      <dgm:spPr/>
    </dgm:pt>
    <dgm:pt modelId="{EA04EB9C-A6C5-45F8-8976-2DF10BD01BDC}">
      <dgm:prSet phldrT="[Texte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E095EEC3-AC98-46B0-A48C-A7E3420CC3AF}" type="parTrans" cxnId="{46F069D2-704D-432A-B1A6-73FBD5AFEEB9}">
      <dgm:prSet/>
      <dgm:spPr/>
      <dgm:t>
        <a:bodyPr/>
        <a:lstStyle/>
        <a:p>
          <a:endParaRPr lang="fr-FR"/>
        </a:p>
      </dgm:t>
    </dgm:pt>
    <dgm:pt modelId="{91B84A2B-A8BC-43DB-BD93-9E9F03FFE0A5}" type="sibTrans" cxnId="{46F069D2-704D-432A-B1A6-73FBD5AFEEB9}">
      <dgm:prSet/>
      <dgm:spPr/>
      <dgm:t>
        <a:bodyPr/>
        <a:lstStyle/>
        <a:p>
          <a:endParaRPr lang="fr-FR"/>
        </a:p>
      </dgm:t>
    </dgm:pt>
    <dgm:pt modelId="{47D5380C-8732-45E7-883F-A7F47386721D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83814966-6471-4FE4-8C40-F39126E50DFC}" type="parTrans" cxnId="{5534F3A1-4AE2-4A03-BAF8-1C042D6A4B84}">
      <dgm:prSet/>
      <dgm:spPr/>
      <dgm:t>
        <a:bodyPr/>
        <a:lstStyle/>
        <a:p>
          <a:endParaRPr lang="fr-FR"/>
        </a:p>
      </dgm:t>
    </dgm:pt>
    <dgm:pt modelId="{458F3B57-E0F2-43B2-BAC7-CCC3D49A1D50}" type="sibTrans" cxnId="{5534F3A1-4AE2-4A03-BAF8-1C042D6A4B84}">
      <dgm:prSet/>
      <dgm:spPr/>
      <dgm:t>
        <a:bodyPr/>
        <a:lstStyle/>
        <a:p>
          <a:endParaRPr lang="fr-FR"/>
        </a:p>
      </dgm:t>
    </dgm:pt>
    <dgm:pt modelId="{2E679A86-24B6-4DB6-8FEB-F444E65019B4}">
      <dgm:prSet phldrT="[Texte]"/>
      <dgm:spPr>
        <a:solidFill>
          <a:schemeClr val="accent3"/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6C3E120B-ED80-4D5F-B114-B9762B05E529}" type="parTrans" cxnId="{AE3CD654-6B7F-430A-A3B2-DBCB4D851906}">
      <dgm:prSet/>
      <dgm:spPr/>
      <dgm:t>
        <a:bodyPr/>
        <a:lstStyle/>
        <a:p>
          <a:endParaRPr lang="fr-FR"/>
        </a:p>
      </dgm:t>
    </dgm:pt>
    <dgm:pt modelId="{DEC43C28-ABA7-4A54-8519-2A99A8E54204}" type="sibTrans" cxnId="{AE3CD654-6B7F-430A-A3B2-DBCB4D851906}">
      <dgm:prSet/>
      <dgm:spPr/>
      <dgm:t>
        <a:bodyPr/>
        <a:lstStyle/>
        <a:p>
          <a:endParaRPr lang="fr-FR"/>
        </a:p>
      </dgm:t>
    </dgm:pt>
    <dgm:pt modelId="{EBAA507B-51A2-4FAF-BED8-7FCC2EAB0000}">
      <dgm:prSet phldrT="[Texte]"/>
      <dgm:spPr/>
      <dgm:t>
        <a:bodyPr/>
        <a:lstStyle/>
        <a:p>
          <a:endParaRPr lang="fr-FR" dirty="0"/>
        </a:p>
      </dgm:t>
    </dgm:pt>
    <dgm:pt modelId="{0C99D1F5-68C8-4DF2-864A-160A6D212ACC}" type="parTrans" cxnId="{ED010408-B048-4F6B-B9D1-08B611881B7E}">
      <dgm:prSet/>
      <dgm:spPr/>
      <dgm:t>
        <a:bodyPr/>
        <a:lstStyle/>
        <a:p>
          <a:endParaRPr lang="fr-FR"/>
        </a:p>
      </dgm:t>
    </dgm:pt>
    <dgm:pt modelId="{ADA0AD83-C00F-4530-AF13-CCB45DEF05A8}" type="sibTrans" cxnId="{ED010408-B048-4F6B-B9D1-08B611881B7E}">
      <dgm:prSet/>
      <dgm:spPr/>
      <dgm:t>
        <a:bodyPr/>
        <a:lstStyle/>
        <a:p>
          <a:endParaRPr lang="fr-FR"/>
        </a:p>
      </dgm:t>
    </dgm:pt>
    <dgm:pt modelId="{BFA4476A-13C2-4F2A-8B38-908717475114}" type="pres">
      <dgm:prSet presAssocID="{A1401758-A16C-4563-8032-248810AB159B}" presName="compositeShape" presStyleCnt="0">
        <dgm:presLayoutVars>
          <dgm:chMax val="7"/>
          <dgm:dir/>
          <dgm:resizeHandles val="exact"/>
        </dgm:presLayoutVars>
      </dgm:prSet>
      <dgm:spPr/>
    </dgm:pt>
    <dgm:pt modelId="{0520CC22-259C-4B18-9DD5-11AD5748B827}" type="pres">
      <dgm:prSet presAssocID="{A1401758-A16C-4563-8032-248810AB159B}" presName="wedge1" presStyleLbl="node1" presStyleIdx="0" presStyleCnt="4"/>
      <dgm:spPr/>
    </dgm:pt>
    <dgm:pt modelId="{5EEBA176-C23A-4BB7-A01E-3831E9925E95}" type="pres">
      <dgm:prSet presAssocID="{A1401758-A16C-4563-8032-248810AB159B}" presName="dummy1a" presStyleCnt="0"/>
      <dgm:spPr/>
    </dgm:pt>
    <dgm:pt modelId="{4F036EE2-9AD0-4629-BDD7-4F7817339E6E}" type="pres">
      <dgm:prSet presAssocID="{A1401758-A16C-4563-8032-248810AB159B}" presName="dummy1b" presStyleCnt="0"/>
      <dgm:spPr/>
    </dgm:pt>
    <dgm:pt modelId="{4D4382BB-115E-4EF8-8DF3-CF97C722024D}" type="pres">
      <dgm:prSet presAssocID="{A1401758-A16C-4563-8032-248810AB159B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CE641F2-D3B3-4904-B9CC-3801BE9ABF59}" type="pres">
      <dgm:prSet presAssocID="{A1401758-A16C-4563-8032-248810AB159B}" presName="wedge2" presStyleLbl="node1" presStyleIdx="1" presStyleCnt="4"/>
      <dgm:spPr/>
    </dgm:pt>
    <dgm:pt modelId="{449582D0-6384-4CAE-87A4-FD0BC55171CC}" type="pres">
      <dgm:prSet presAssocID="{A1401758-A16C-4563-8032-248810AB159B}" presName="dummy2a" presStyleCnt="0"/>
      <dgm:spPr/>
    </dgm:pt>
    <dgm:pt modelId="{2EFA8037-F18C-49E8-91D0-6D23FDAB0A87}" type="pres">
      <dgm:prSet presAssocID="{A1401758-A16C-4563-8032-248810AB159B}" presName="dummy2b" presStyleCnt="0"/>
      <dgm:spPr/>
    </dgm:pt>
    <dgm:pt modelId="{FD0E805A-6B88-4BE6-B1F3-BF0E4D95BF2E}" type="pres">
      <dgm:prSet presAssocID="{A1401758-A16C-4563-8032-248810AB159B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6888B8-276D-4FC4-BD75-2FA665A4BC35}" type="pres">
      <dgm:prSet presAssocID="{A1401758-A16C-4563-8032-248810AB159B}" presName="wedge3" presStyleLbl="node1" presStyleIdx="2" presStyleCnt="4"/>
      <dgm:spPr/>
    </dgm:pt>
    <dgm:pt modelId="{3B027C73-F4B9-4724-9C0F-A8196120A746}" type="pres">
      <dgm:prSet presAssocID="{A1401758-A16C-4563-8032-248810AB159B}" presName="dummy3a" presStyleCnt="0"/>
      <dgm:spPr/>
    </dgm:pt>
    <dgm:pt modelId="{EDB0D753-52EF-4E55-9DDB-DF756B8E3415}" type="pres">
      <dgm:prSet presAssocID="{A1401758-A16C-4563-8032-248810AB159B}" presName="dummy3b" presStyleCnt="0"/>
      <dgm:spPr/>
    </dgm:pt>
    <dgm:pt modelId="{C6D775A4-5C15-4F3D-8613-C1BACCF0F9DD}" type="pres">
      <dgm:prSet presAssocID="{A1401758-A16C-4563-8032-248810AB159B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6903D7E-7476-478C-A781-036A3A0B4839}" type="pres">
      <dgm:prSet presAssocID="{A1401758-A16C-4563-8032-248810AB159B}" presName="wedge4" presStyleLbl="node1" presStyleIdx="3" presStyleCnt="4"/>
      <dgm:spPr/>
    </dgm:pt>
    <dgm:pt modelId="{AF7068E7-5EE4-41E6-BCD8-9EB69B40F41B}" type="pres">
      <dgm:prSet presAssocID="{A1401758-A16C-4563-8032-248810AB159B}" presName="dummy4a" presStyleCnt="0"/>
      <dgm:spPr/>
    </dgm:pt>
    <dgm:pt modelId="{FFECA344-05EF-4004-85AB-15F853CB78E1}" type="pres">
      <dgm:prSet presAssocID="{A1401758-A16C-4563-8032-248810AB159B}" presName="dummy4b" presStyleCnt="0"/>
      <dgm:spPr/>
    </dgm:pt>
    <dgm:pt modelId="{1575FD08-A289-4112-89B6-570ECDA69AF1}" type="pres">
      <dgm:prSet presAssocID="{A1401758-A16C-4563-8032-248810AB159B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89B7D5B-D421-4BB5-87C0-1F7C031EA60B}" type="pres">
      <dgm:prSet presAssocID="{91B84A2B-A8BC-43DB-BD93-9E9F03FFE0A5}" presName="arrowWedge1" presStyleLbl="fgSibTrans2D1" presStyleIdx="0" presStyleCnt="4"/>
      <dgm:spPr>
        <a:solidFill>
          <a:schemeClr val="accent3">
            <a:lumMod val="60000"/>
            <a:lumOff val="40000"/>
          </a:schemeClr>
        </a:solidFill>
      </dgm:spPr>
    </dgm:pt>
    <dgm:pt modelId="{303DC5DF-7083-444A-B779-D676E807308C}" type="pres">
      <dgm:prSet presAssocID="{458F3B57-E0F2-43B2-BAC7-CCC3D49A1D50}" presName="arrowWedge2" presStyleLbl="fgSibTrans2D1" presStyleIdx="1" presStyleCnt="4"/>
      <dgm:spPr/>
    </dgm:pt>
    <dgm:pt modelId="{DDDEAB20-78A3-486E-A01D-54269E0B25ED}" type="pres">
      <dgm:prSet presAssocID="{DEC43C28-ABA7-4A54-8519-2A99A8E54204}" presName="arrowWedge3" presStyleLbl="fgSibTrans2D1" presStyleIdx="2" presStyleCnt="4" custLinFactNeighborX="-1920" custLinFactNeighborY="-39"/>
      <dgm:spPr>
        <a:solidFill>
          <a:schemeClr val="accent3"/>
        </a:solidFill>
      </dgm:spPr>
    </dgm:pt>
    <dgm:pt modelId="{149D681D-D458-45D7-8358-43DBC344425A}" type="pres">
      <dgm:prSet presAssocID="{ADA0AD83-C00F-4530-AF13-CCB45DEF05A8}" presName="arrowWedge4" presStyleLbl="fgSibTrans2D1" presStyleIdx="3" presStyleCnt="4"/>
      <dgm:spPr/>
    </dgm:pt>
  </dgm:ptLst>
  <dgm:cxnLst>
    <dgm:cxn modelId="{ED010408-B048-4F6B-B9D1-08B611881B7E}" srcId="{A1401758-A16C-4563-8032-248810AB159B}" destId="{EBAA507B-51A2-4FAF-BED8-7FCC2EAB0000}" srcOrd="3" destOrd="0" parTransId="{0C99D1F5-68C8-4DF2-864A-160A6D212ACC}" sibTransId="{ADA0AD83-C00F-4530-AF13-CCB45DEF05A8}"/>
    <dgm:cxn modelId="{6AB6BB09-8C63-4F63-B5F5-1B419D7D9A58}" type="presOf" srcId="{2E679A86-24B6-4DB6-8FEB-F444E65019B4}" destId="{C6D775A4-5C15-4F3D-8613-C1BACCF0F9DD}" srcOrd="1" destOrd="0" presId="urn:microsoft.com/office/officeart/2005/8/layout/cycle8"/>
    <dgm:cxn modelId="{D417A512-1416-4E2B-AB9A-A7C23788A884}" type="presOf" srcId="{2E679A86-24B6-4DB6-8FEB-F444E65019B4}" destId="{726888B8-276D-4FC4-BD75-2FA665A4BC35}" srcOrd="0" destOrd="0" presId="urn:microsoft.com/office/officeart/2005/8/layout/cycle8"/>
    <dgm:cxn modelId="{E903975B-3234-4B91-AA2A-419F75538BB1}" type="presOf" srcId="{EBAA507B-51A2-4FAF-BED8-7FCC2EAB0000}" destId="{66903D7E-7476-478C-A781-036A3A0B4839}" srcOrd="0" destOrd="0" presId="urn:microsoft.com/office/officeart/2005/8/layout/cycle8"/>
    <dgm:cxn modelId="{AF7C7342-C991-4369-A413-DD12554968E0}" type="presOf" srcId="{EBAA507B-51A2-4FAF-BED8-7FCC2EAB0000}" destId="{1575FD08-A289-4112-89B6-570ECDA69AF1}" srcOrd="1" destOrd="0" presId="urn:microsoft.com/office/officeart/2005/8/layout/cycle8"/>
    <dgm:cxn modelId="{67288D46-16AA-4F3B-A8CA-D42098D52F5D}" type="presOf" srcId="{47D5380C-8732-45E7-883F-A7F47386721D}" destId="{7CE641F2-D3B3-4904-B9CC-3801BE9ABF59}" srcOrd="0" destOrd="0" presId="urn:microsoft.com/office/officeart/2005/8/layout/cycle8"/>
    <dgm:cxn modelId="{AE3CD654-6B7F-430A-A3B2-DBCB4D851906}" srcId="{A1401758-A16C-4563-8032-248810AB159B}" destId="{2E679A86-24B6-4DB6-8FEB-F444E65019B4}" srcOrd="2" destOrd="0" parTransId="{6C3E120B-ED80-4D5F-B114-B9762B05E529}" sibTransId="{DEC43C28-ABA7-4A54-8519-2A99A8E54204}"/>
    <dgm:cxn modelId="{25D8AD8F-C775-419A-BD07-7B43889DAD80}" type="presOf" srcId="{A1401758-A16C-4563-8032-248810AB159B}" destId="{BFA4476A-13C2-4F2A-8B38-908717475114}" srcOrd="0" destOrd="0" presId="urn:microsoft.com/office/officeart/2005/8/layout/cycle8"/>
    <dgm:cxn modelId="{5534F3A1-4AE2-4A03-BAF8-1C042D6A4B84}" srcId="{A1401758-A16C-4563-8032-248810AB159B}" destId="{47D5380C-8732-45E7-883F-A7F47386721D}" srcOrd="1" destOrd="0" parTransId="{83814966-6471-4FE4-8C40-F39126E50DFC}" sibTransId="{458F3B57-E0F2-43B2-BAC7-CCC3D49A1D50}"/>
    <dgm:cxn modelId="{65DB83CA-5095-445B-BA40-A76BBB93EDA0}" type="presOf" srcId="{EA04EB9C-A6C5-45F8-8976-2DF10BD01BDC}" destId="{4D4382BB-115E-4EF8-8DF3-CF97C722024D}" srcOrd="1" destOrd="0" presId="urn:microsoft.com/office/officeart/2005/8/layout/cycle8"/>
    <dgm:cxn modelId="{46F069D2-704D-432A-B1A6-73FBD5AFEEB9}" srcId="{A1401758-A16C-4563-8032-248810AB159B}" destId="{EA04EB9C-A6C5-45F8-8976-2DF10BD01BDC}" srcOrd="0" destOrd="0" parTransId="{E095EEC3-AC98-46B0-A48C-A7E3420CC3AF}" sibTransId="{91B84A2B-A8BC-43DB-BD93-9E9F03FFE0A5}"/>
    <dgm:cxn modelId="{B313C6F0-8953-4FF5-8B34-EBF7C81F7B36}" type="presOf" srcId="{EA04EB9C-A6C5-45F8-8976-2DF10BD01BDC}" destId="{0520CC22-259C-4B18-9DD5-11AD5748B827}" srcOrd="0" destOrd="0" presId="urn:microsoft.com/office/officeart/2005/8/layout/cycle8"/>
    <dgm:cxn modelId="{BCACE1F4-7C73-4FD2-9E85-2EFE436EE991}" type="presOf" srcId="{47D5380C-8732-45E7-883F-A7F47386721D}" destId="{FD0E805A-6B88-4BE6-B1F3-BF0E4D95BF2E}" srcOrd="1" destOrd="0" presId="urn:microsoft.com/office/officeart/2005/8/layout/cycle8"/>
    <dgm:cxn modelId="{2179DDA9-6B18-4CB1-9766-8E66E49EDF4C}" type="presParOf" srcId="{BFA4476A-13C2-4F2A-8B38-908717475114}" destId="{0520CC22-259C-4B18-9DD5-11AD5748B827}" srcOrd="0" destOrd="0" presId="urn:microsoft.com/office/officeart/2005/8/layout/cycle8"/>
    <dgm:cxn modelId="{A7C471BE-59EF-4798-BB24-45492C462BD7}" type="presParOf" srcId="{BFA4476A-13C2-4F2A-8B38-908717475114}" destId="{5EEBA176-C23A-4BB7-A01E-3831E9925E95}" srcOrd="1" destOrd="0" presId="urn:microsoft.com/office/officeart/2005/8/layout/cycle8"/>
    <dgm:cxn modelId="{E5EC40D9-E093-4CD2-9B61-211C5CD663ED}" type="presParOf" srcId="{BFA4476A-13C2-4F2A-8B38-908717475114}" destId="{4F036EE2-9AD0-4629-BDD7-4F7817339E6E}" srcOrd="2" destOrd="0" presId="urn:microsoft.com/office/officeart/2005/8/layout/cycle8"/>
    <dgm:cxn modelId="{88CC93D0-9DD7-4645-AE06-AA99D481BEE3}" type="presParOf" srcId="{BFA4476A-13C2-4F2A-8B38-908717475114}" destId="{4D4382BB-115E-4EF8-8DF3-CF97C722024D}" srcOrd="3" destOrd="0" presId="urn:microsoft.com/office/officeart/2005/8/layout/cycle8"/>
    <dgm:cxn modelId="{CA138A41-53EB-4B4B-8233-727BCAE43259}" type="presParOf" srcId="{BFA4476A-13C2-4F2A-8B38-908717475114}" destId="{7CE641F2-D3B3-4904-B9CC-3801BE9ABF59}" srcOrd="4" destOrd="0" presId="urn:microsoft.com/office/officeart/2005/8/layout/cycle8"/>
    <dgm:cxn modelId="{3CD7A045-6528-4397-93C9-14DE2131AA6B}" type="presParOf" srcId="{BFA4476A-13C2-4F2A-8B38-908717475114}" destId="{449582D0-6384-4CAE-87A4-FD0BC55171CC}" srcOrd="5" destOrd="0" presId="urn:microsoft.com/office/officeart/2005/8/layout/cycle8"/>
    <dgm:cxn modelId="{7A272196-A942-4966-A600-5478350FB614}" type="presParOf" srcId="{BFA4476A-13C2-4F2A-8B38-908717475114}" destId="{2EFA8037-F18C-49E8-91D0-6D23FDAB0A87}" srcOrd="6" destOrd="0" presId="urn:microsoft.com/office/officeart/2005/8/layout/cycle8"/>
    <dgm:cxn modelId="{7241EEA6-35B5-417D-82D8-7AEB9430F1C5}" type="presParOf" srcId="{BFA4476A-13C2-4F2A-8B38-908717475114}" destId="{FD0E805A-6B88-4BE6-B1F3-BF0E4D95BF2E}" srcOrd="7" destOrd="0" presId="urn:microsoft.com/office/officeart/2005/8/layout/cycle8"/>
    <dgm:cxn modelId="{F0E4AA12-0534-4381-B3B6-8DB881F85245}" type="presParOf" srcId="{BFA4476A-13C2-4F2A-8B38-908717475114}" destId="{726888B8-276D-4FC4-BD75-2FA665A4BC35}" srcOrd="8" destOrd="0" presId="urn:microsoft.com/office/officeart/2005/8/layout/cycle8"/>
    <dgm:cxn modelId="{36D61203-00B9-477C-96B8-A211657BFC85}" type="presParOf" srcId="{BFA4476A-13C2-4F2A-8B38-908717475114}" destId="{3B027C73-F4B9-4724-9C0F-A8196120A746}" srcOrd="9" destOrd="0" presId="urn:microsoft.com/office/officeart/2005/8/layout/cycle8"/>
    <dgm:cxn modelId="{B05F2F5B-B142-433A-9DB0-4260C7191F2C}" type="presParOf" srcId="{BFA4476A-13C2-4F2A-8B38-908717475114}" destId="{EDB0D753-52EF-4E55-9DDB-DF756B8E3415}" srcOrd="10" destOrd="0" presId="urn:microsoft.com/office/officeart/2005/8/layout/cycle8"/>
    <dgm:cxn modelId="{0056F694-7610-4B9C-84A3-697B8F9714CC}" type="presParOf" srcId="{BFA4476A-13C2-4F2A-8B38-908717475114}" destId="{C6D775A4-5C15-4F3D-8613-C1BACCF0F9DD}" srcOrd="11" destOrd="0" presId="urn:microsoft.com/office/officeart/2005/8/layout/cycle8"/>
    <dgm:cxn modelId="{187F1E2A-D3AE-4DBA-9BC3-7FA70A9F5BB4}" type="presParOf" srcId="{BFA4476A-13C2-4F2A-8B38-908717475114}" destId="{66903D7E-7476-478C-A781-036A3A0B4839}" srcOrd="12" destOrd="0" presId="urn:microsoft.com/office/officeart/2005/8/layout/cycle8"/>
    <dgm:cxn modelId="{5B8E71A6-CE4E-42CC-A31E-441B8DBE5A8C}" type="presParOf" srcId="{BFA4476A-13C2-4F2A-8B38-908717475114}" destId="{AF7068E7-5EE4-41E6-BCD8-9EB69B40F41B}" srcOrd="13" destOrd="0" presId="urn:microsoft.com/office/officeart/2005/8/layout/cycle8"/>
    <dgm:cxn modelId="{6279B179-E4C9-40DF-87AD-A16F7D135632}" type="presParOf" srcId="{BFA4476A-13C2-4F2A-8B38-908717475114}" destId="{FFECA344-05EF-4004-85AB-15F853CB78E1}" srcOrd="14" destOrd="0" presId="urn:microsoft.com/office/officeart/2005/8/layout/cycle8"/>
    <dgm:cxn modelId="{5AF11DDB-70EA-432C-916D-EC22BFC4ABD7}" type="presParOf" srcId="{BFA4476A-13C2-4F2A-8B38-908717475114}" destId="{1575FD08-A289-4112-89B6-570ECDA69AF1}" srcOrd="15" destOrd="0" presId="urn:microsoft.com/office/officeart/2005/8/layout/cycle8"/>
    <dgm:cxn modelId="{C2F7C655-2A2F-4E10-9633-8314E5732BCA}" type="presParOf" srcId="{BFA4476A-13C2-4F2A-8B38-908717475114}" destId="{C89B7D5B-D421-4BB5-87C0-1F7C031EA60B}" srcOrd="16" destOrd="0" presId="urn:microsoft.com/office/officeart/2005/8/layout/cycle8"/>
    <dgm:cxn modelId="{70290CEF-33B9-46C7-8AEE-F54159C8C967}" type="presParOf" srcId="{BFA4476A-13C2-4F2A-8B38-908717475114}" destId="{303DC5DF-7083-444A-B779-D676E807308C}" srcOrd="17" destOrd="0" presId="urn:microsoft.com/office/officeart/2005/8/layout/cycle8"/>
    <dgm:cxn modelId="{D57F6B6B-7D33-404F-86CF-884F7A5D3965}" type="presParOf" srcId="{BFA4476A-13C2-4F2A-8B38-908717475114}" destId="{DDDEAB20-78A3-486E-A01D-54269E0B25ED}" srcOrd="18" destOrd="0" presId="urn:microsoft.com/office/officeart/2005/8/layout/cycle8"/>
    <dgm:cxn modelId="{8C725762-11FF-474D-B882-67169CD63F0A}" type="presParOf" srcId="{BFA4476A-13C2-4F2A-8B38-908717475114}" destId="{149D681D-D458-45D7-8358-43DBC344425A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401758-A16C-4563-8032-248810AB159B}" type="doc">
      <dgm:prSet loTypeId="urn:microsoft.com/office/officeart/2005/8/layout/cycle8" loCatId="cycle" qsTypeId="urn:microsoft.com/office/officeart/2005/8/quickstyle/simple2" qsCatId="simple" csTypeId="urn:microsoft.com/office/officeart/2005/8/colors/colorful3" csCatId="colorful" phldr="1"/>
      <dgm:spPr/>
    </dgm:pt>
    <dgm:pt modelId="{EA04EB9C-A6C5-45F8-8976-2DF10BD01BDC}">
      <dgm:prSet phldrT="[Texte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E095EEC3-AC98-46B0-A48C-A7E3420CC3AF}" type="parTrans" cxnId="{46F069D2-704D-432A-B1A6-73FBD5AFEEB9}">
      <dgm:prSet/>
      <dgm:spPr/>
      <dgm:t>
        <a:bodyPr/>
        <a:lstStyle/>
        <a:p>
          <a:endParaRPr lang="fr-FR"/>
        </a:p>
      </dgm:t>
    </dgm:pt>
    <dgm:pt modelId="{91B84A2B-A8BC-43DB-BD93-9E9F03FFE0A5}" type="sibTrans" cxnId="{46F069D2-704D-432A-B1A6-73FBD5AFEEB9}">
      <dgm:prSet/>
      <dgm:spPr/>
      <dgm:t>
        <a:bodyPr/>
        <a:lstStyle/>
        <a:p>
          <a:endParaRPr lang="fr-FR"/>
        </a:p>
      </dgm:t>
    </dgm:pt>
    <dgm:pt modelId="{47D5380C-8732-45E7-883F-A7F47386721D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83814966-6471-4FE4-8C40-F39126E50DFC}" type="parTrans" cxnId="{5534F3A1-4AE2-4A03-BAF8-1C042D6A4B84}">
      <dgm:prSet/>
      <dgm:spPr/>
      <dgm:t>
        <a:bodyPr/>
        <a:lstStyle/>
        <a:p>
          <a:endParaRPr lang="fr-FR"/>
        </a:p>
      </dgm:t>
    </dgm:pt>
    <dgm:pt modelId="{458F3B57-E0F2-43B2-BAC7-CCC3D49A1D50}" type="sibTrans" cxnId="{5534F3A1-4AE2-4A03-BAF8-1C042D6A4B84}">
      <dgm:prSet/>
      <dgm:spPr/>
      <dgm:t>
        <a:bodyPr/>
        <a:lstStyle/>
        <a:p>
          <a:endParaRPr lang="fr-FR"/>
        </a:p>
      </dgm:t>
    </dgm:pt>
    <dgm:pt modelId="{2E679A86-24B6-4DB6-8FEB-F444E65019B4}">
      <dgm:prSet phldrT="[Texte]"/>
      <dgm:spPr>
        <a:solidFill>
          <a:schemeClr val="accent3"/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6C3E120B-ED80-4D5F-B114-B9762B05E529}" type="parTrans" cxnId="{AE3CD654-6B7F-430A-A3B2-DBCB4D851906}">
      <dgm:prSet/>
      <dgm:spPr/>
      <dgm:t>
        <a:bodyPr/>
        <a:lstStyle/>
        <a:p>
          <a:endParaRPr lang="fr-FR"/>
        </a:p>
      </dgm:t>
    </dgm:pt>
    <dgm:pt modelId="{DEC43C28-ABA7-4A54-8519-2A99A8E54204}" type="sibTrans" cxnId="{AE3CD654-6B7F-430A-A3B2-DBCB4D851906}">
      <dgm:prSet/>
      <dgm:spPr/>
      <dgm:t>
        <a:bodyPr/>
        <a:lstStyle/>
        <a:p>
          <a:endParaRPr lang="fr-FR"/>
        </a:p>
      </dgm:t>
    </dgm:pt>
    <dgm:pt modelId="{EBAA507B-51A2-4FAF-BED8-7FCC2EAB0000}">
      <dgm:prSet phldrT="[Texte]"/>
      <dgm:spPr/>
      <dgm:t>
        <a:bodyPr/>
        <a:lstStyle/>
        <a:p>
          <a:endParaRPr lang="fr-FR" dirty="0"/>
        </a:p>
      </dgm:t>
    </dgm:pt>
    <dgm:pt modelId="{0C99D1F5-68C8-4DF2-864A-160A6D212ACC}" type="parTrans" cxnId="{ED010408-B048-4F6B-B9D1-08B611881B7E}">
      <dgm:prSet/>
      <dgm:spPr/>
      <dgm:t>
        <a:bodyPr/>
        <a:lstStyle/>
        <a:p>
          <a:endParaRPr lang="fr-FR"/>
        </a:p>
      </dgm:t>
    </dgm:pt>
    <dgm:pt modelId="{ADA0AD83-C00F-4530-AF13-CCB45DEF05A8}" type="sibTrans" cxnId="{ED010408-B048-4F6B-B9D1-08B611881B7E}">
      <dgm:prSet/>
      <dgm:spPr/>
      <dgm:t>
        <a:bodyPr/>
        <a:lstStyle/>
        <a:p>
          <a:endParaRPr lang="fr-FR"/>
        </a:p>
      </dgm:t>
    </dgm:pt>
    <dgm:pt modelId="{BFA4476A-13C2-4F2A-8B38-908717475114}" type="pres">
      <dgm:prSet presAssocID="{A1401758-A16C-4563-8032-248810AB159B}" presName="compositeShape" presStyleCnt="0">
        <dgm:presLayoutVars>
          <dgm:chMax val="7"/>
          <dgm:dir/>
          <dgm:resizeHandles val="exact"/>
        </dgm:presLayoutVars>
      </dgm:prSet>
      <dgm:spPr/>
    </dgm:pt>
    <dgm:pt modelId="{0520CC22-259C-4B18-9DD5-11AD5748B827}" type="pres">
      <dgm:prSet presAssocID="{A1401758-A16C-4563-8032-248810AB159B}" presName="wedge1" presStyleLbl="node1" presStyleIdx="0" presStyleCnt="4"/>
      <dgm:spPr/>
    </dgm:pt>
    <dgm:pt modelId="{5EEBA176-C23A-4BB7-A01E-3831E9925E95}" type="pres">
      <dgm:prSet presAssocID="{A1401758-A16C-4563-8032-248810AB159B}" presName="dummy1a" presStyleCnt="0"/>
      <dgm:spPr/>
    </dgm:pt>
    <dgm:pt modelId="{4F036EE2-9AD0-4629-BDD7-4F7817339E6E}" type="pres">
      <dgm:prSet presAssocID="{A1401758-A16C-4563-8032-248810AB159B}" presName="dummy1b" presStyleCnt="0"/>
      <dgm:spPr/>
    </dgm:pt>
    <dgm:pt modelId="{4D4382BB-115E-4EF8-8DF3-CF97C722024D}" type="pres">
      <dgm:prSet presAssocID="{A1401758-A16C-4563-8032-248810AB159B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CE641F2-D3B3-4904-B9CC-3801BE9ABF59}" type="pres">
      <dgm:prSet presAssocID="{A1401758-A16C-4563-8032-248810AB159B}" presName="wedge2" presStyleLbl="node1" presStyleIdx="1" presStyleCnt="4"/>
      <dgm:spPr/>
    </dgm:pt>
    <dgm:pt modelId="{449582D0-6384-4CAE-87A4-FD0BC55171CC}" type="pres">
      <dgm:prSet presAssocID="{A1401758-A16C-4563-8032-248810AB159B}" presName="dummy2a" presStyleCnt="0"/>
      <dgm:spPr/>
    </dgm:pt>
    <dgm:pt modelId="{2EFA8037-F18C-49E8-91D0-6D23FDAB0A87}" type="pres">
      <dgm:prSet presAssocID="{A1401758-A16C-4563-8032-248810AB159B}" presName="dummy2b" presStyleCnt="0"/>
      <dgm:spPr/>
    </dgm:pt>
    <dgm:pt modelId="{FD0E805A-6B88-4BE6-B1F3-BF0E4D95BF2E}" type="pres">
      <dgm:prSet presAssocID="{A1401758-A16C-4563-8032-248810AB159B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6888B8-276D-4FC4-BD75-2FA665A4BC35}" type="pres">
      <dgm:prSet presAssocID="{A1401758-A16C-4563-8032-248810AB159B}" presName="wedge3" presStyleLbl="node1" presStyleIdx="2" presStyleCnt="4"/>
      <dgm:spPr/>
    </dgm:pt>
    <dgm:pt modelId="{3B027C73-F4B9-4724-9C0F-A8196120A746}" type="pres">
      <dgm:prSet presAssocID="{A1401758-A16C-4563-8032-248810AB159B}" presName="dummy3a" presStyleCnt="0"/>
      <dgm:spPr/>
    </dgm:pt>
    <dgm:pt modelId="{EDB0D753-52EF-4E55-9DDB-DF756B8E3415}" type="pres">
      <dgm:prSet presAssocID="{A1401758-A16C-4563-8032-248810AB159B}" presName="dummy3b" presStyleCnt="0"/>
      <dgm:spPr/>
    </dgm:pt>
    <dgm:pt modelId="{C6D775A4-5C15-4F3D-8613-C1BACCF0F9DD}" type="pres">
      <dgm:prSet presAssocID="{A1401758-A16C-4563-8032-248810AB159B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6903D7E-7476-478C-A781-036A3A0B4839}" type="pres">
      <dgm:prSet presAssocID="{A1401758-A16C-4563-8032-248810AB159B}" presName="wedge4" presStyleLbl="node1" presStyleIdx="3" presStyleCnt="4"/>
      <dgm:spPr/>
    </dgm:pt>
    <dgm:pt modelId="{AF7068E7-5EE4-41E6-BCD8-9EB69B40F41B}" type="pres">
      <dgm:prSet presAssocID="{A1401758-A16C-4563-8032-248810AB159B}" presName="dummy4a" presStyleCnt="0"/>
      <dgm:spPr/>
    </dgm:pt>
    <dgm:pt modelId="{FFECA344-05EF-4004-85AB-15F853CB78E1}" type="pres">
      <dgm:prSet presAssocID="{A1401758-A16C-4563-8032-248810AB159B}" presName="dummy4b" presStyleCnt="0"/>
      <dgm:spPr/>
    </dgm:pt>
    <dgm:pt modelId="{1575FD08-A289-4112-89B6-570ECDA69AF1}" type="pres">
      <dgm:prSet presAssocID="{A1401758-A16C-4563-8032-248810AB159B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89B7D5B-D421-4BB5-87C0-1F7C031EA60B}" type="pres">
      <dgm:prSet presAssocID="{91B84A2B-A8BC-43DB-BD93-9E9F03FFE0A5}" presName="arrowWedge1" presStyleLbl="fgSibTrans2D1" presStyleIdx="0" presStyleCnt="4"/>
      <dgm:spPr>
        <a:solidFill>
          <a:schemeClr val="accent3">
            <a:lumMod val="60000"/>
            <a:lumOff val="40000"/>
          </a:schemeClr>
        </a:solidFill>
      </dgm:spPr>
    </dgm:pt>
    <dgm:pt modelId="{303DC5DF-7083-444A-B779-D676E807308C}" type="pres">
      <dgm:prSet presAssocID="{458F3B57-E0F2-43B2-BAC7-CCC3D49A1D50}" presName="arrowWedge2" presStyleLbl="fgSibTrans2D1" presStyleIdx="1" presStyleCnt="4"/>
      <dgm:spPr/>
    </dgm:pt>
    <dgm:pt modelId="{DDDEAB20-78A3-486E-A01D-54269E0B25ED}" type="pres">
      <dgm:prSet presAssocID="{DEC43C28-ABA7-4A54-8519-2A99A8E54204}" presName="arrowWedge3" presStyleLbl="fgSibTrans2D1" presStyleIdx="2" presStyleCnt="4" custLinFactNeighborX="-1920" custLinFactNeighborY="-39"/>
      <dgm:spPr>
        <a:solidFill>
          <a:schemeClr val="accent3"/>
        </a:solidFill>
      </dgm:spPr>
    </dgm:pt>
    <dgm:pt modelId="{149D681D-D458-45D7-8358-43DBC344425A}" type="pres">
      <dgm:prSet presAssocID="{ADA0AD83-C00F-4530-AF13-CCB45DEF05A8}" presName="arrowWedge4" presStyleLbl="fgSibTrans2D1" presStyleIdx="3" presStyleCnt="4"/>
      <dgm:spPr/>
    </dgm:pt>
  </dgm:ptLst>
  <dgm:cxnLst>
    <dgm:cxn modelId="{ED010408-B048-4F6B-B9D1-08B611881B7E}" srcId="{A1401758-A16C-4563-8032-248810AB159B}" destId="{EBAA507B-51A2-4FAF-BED8-7FCC2EAB0000}" srcOrd="3" destOrd="0" parTransId="{0C99D1F5-68C8-4DF2-864A-160A6D212ACC}" sibTransId="{ADA0AD83-C00F-4530-AF13-CCB45DEF05A8}"/>
    <dgm:cxn modelId="{6AB6BB09-8C63-4F63-B5F5-1B419D7D9A58}" type="presOf" srcId="{2E679A86-24B6-4DB6-8FEB-F444E65019B4}" destId="{C6D775A4-5C15-4F3D-8613-C1BACCF0F9DD}" srcOrd="1" destOrd="0" presId="urn:microsoft.com/office/officeart/2005/8/layout/cycle8"/>
    <dgm:cxn modelId="{D417A512-1416-4E2B-AB9A-A7C23788A884}" type="presOf" srcId="{2E679A86-24B6-4DB6-8FEB-F444E65019B4}" destId="{726888B8-276D-4FC4-BD75-2FA665A4BC35}" srcOrd="0" destOrd="0" presId="urn:microsoft.com/office/officeart/2005/8/layout/cycle8"/>
    <dgm:cxn modelId="{E903975B-3234-4B91-AA2A-419F75538BB1}" type="presOf" srcId="{EBAA507B-51A2-4FAF-BED8-7FCC2EAB0000}" destId="{66903D7E-7476-478C-A781-036A3A0B4839}" srcOrd="0" destOrd="0" presId="urn:microsoft.com/office/officeart/2005/8/layout/cycle8"/>
    <dgm:cxn modelId="{AF7C7342-C991-4369-A413-DD12554968E0}" type="presOf" srcId="{EBAA507B-51A2-4FAF-BED8-7FCC2EAB0000}" destId="{1575FD08-A289-4112-89B6-570ECDA69AF1}" srcOrd="1" destOrd="0" presId="urn:microsoft.com/office/officeart/2005/8/layout/cycle8"/>
    <dgm:cxn modelId="{67288D46-16AA-4F3B-A8CA-D42098D52F5D}" type="presOf" srcId="{47D5380C-8732-45E7-883F-A7F47386721D}" destId="{7CE641F2-D3B3-4904-B9CC-3801BE9ABF59}" srcOrd="0" destOrd="0" presId="urn:microsoft.com/office/officeart/2005/8/layout/cycle8"/>
    <dgm:cxn modelId="{AE3CD654-6B7F-430A-A3B2-DBCB4D851906}" srcId="{A1401758-A16C-4563-8032-248810AB159B}" destId="{2E679A86-24B6-4DB6-8FEB-F444E65019B4}" srcOrd="2" destOrd="0" parTransId="{6C3E120B-ED80-4D5F-B114-B9762B05E529}" sibTransId="{DEC43C28-ABA7-4A54-8519-2A99A8E54204}"/>
    <dgm:cxn modelId="{25D8AD8F-C775-419A-BD07-7B43889DAD80}" type="presOf" srcId="{A1401758-A16C-4563-8032-248810AB159B}" destId="{BFA4476A-13C2-4F2A-8B38-908717475114}" srcOrd="0" destOrd="0" presId="urn:microsoft.com/office/officeart/2005/8/layout/cycle8"/>
    <dgm:cxn modelId="{5534F3A1-4AE2-4A03-BAF8-1C042D6A4B84}" srcId="{A1401758-A16C-4563-8032-248810AB159B}" destId="{47D5380C-8732-45E7-883F-A7F47386721D}" srcOrd="1" destOrd="0" parTransId="{83814966-6471-4FE4-8C40-F39126E50DFC}" sibTransId="{458F3B57-E0F2-43B2-BAC7-CCC3D49A1D50}"/>
    <dgm:cxn modelId="{65DB83CA-5095-445B-BA40-A76BBB93EDA0}" type="presOf" srcId="{EA04EB9C-A6C5-45F8-8976-2DF10BD01BDC}" destId="{4D4382BB-115E-4EF8-8DF3-CF97C722024D}" srcOrd="1" destOrd="0" presId="urn:microsoft.com/office/officeart/2005/8/layout/cycle8"/>
    <dgm:cxn modelId="{46F069D2-704D-432A-B1A6-73FBD5AFEEB9}" srcId="{A1401758-A16C-4563-8032-248810AB159B}" destId="{EA04EB9C-A6C5-45F8-8976-2DF10BD01BDC}" srcOrd="0" destOrd="0" parTransId="{E095EEC3-AC98-46B0-A48C-A7E3420CC3AF}" sibTransId="{91B84A2B-A8BC-43DB-BD93-9E9F03FFE0A5}"/>
    <dgm:cxn modelId="{B313C6F0-8953-4FF5-8B34-EBF7C81F7B36}" type="presOf" srcId="{EA04EB9C-A6C5-45F8-8976-2DF10BD01BDC}" destId="{0520CC22-259C-4B18-9DD5-11AD5748B827}" srcOrd="0" destOrd="0" presId="urn:microsoft.com/office/officeart/2005/8/layout/cycle8"/>
    <dgm:cxn modelId="{BCACE1F4-7C73-4FD2-9E85-2EFE436EE991}" type="presOf" srcId="{47D5380C-8732-45E7-883F-A7F47386721D}" destId="{FD0E805A-6B88-4BE6-B1F3-BF0E4D95BF2E}" srcOrd="1" destOrd="0" presId="urn:microsoft.com/office/officeart/2005/8/layout/cycle8"/>
    <dgm:cxn modelId="{2179DDA9-6B18-4CB1-9766-8E66E49EDF4C}" type="presParOf" srcId="{BFA4476A-13C2-4F2A-8B38-908717475114}" destId="{0520CC22-259C-4B18-9DD5-11AD5748B827}" srcOrd="0" destOrd="0" presId="urn:microsoft.com/office/officeart/2005/8/layout/cycle8"/>
    <dgm:cxn modelId="{A7C471BE-59EF-4798-BB24-45492C462BD7}" type="presParOf" srcId="{BFA4476A-13C2-4F2A-8B38-908717475114}" destId="{5EEBA176-C23A-4BB7-A01E-3831E9925E95}" srcOrd="1" destOrd="0" presId="urn:microsoft.com/office/officeart/2005/8/layout/cycle8"/>
    <dgm:cxn modelId="{E5EC40D9-E093-4CD2-9B61-211C5CD663ED}" type="presParOf" srcId="{BFA4476A-13C2-4F2A-8B38-908717475114}" destId="{4F036EE2-9AD0-4629-BDD7-4F7817339E6E}" srcOrd="2" destOrd="0" presId="urn:microsoft.com/office/officeart/2005/8/layout/cycle8"/>
    <dgm:cxn modelId="{88CC93D0-9DD7-4645-AE06-AA99D481BEE3}" type="presParOf" srcId="{BFA4476A-13C2-4F2A-8B38-908717475114}" destId="{4D4382BB-115E-4EF8-8DF3-CF97C722024D}" srcOrd="3" destOrd="0" presId="urn:microsoft.com/office/officeart/2005/8/layout/cycle8"/>
    <dgm:cxn modelId="{CA138A41-53EB-4B4B-8233-727BCAE43259}" type="presParOf" srcId="{BFA4476A-13C2-4F2A-8B38-908717475114}" destId="{7CE641F2-D3B3-4904-B9CC-3801BE9ABF59}" srcOrd="4" destOrd="0" presId="urn:microsoft.com/office/officeart/2005/8/layout/cycle8"/>
    <dgm:cxn modelId="{3CD7A045-6528-4397-93C9-14DE2131AA6B}" type="presParOf" srcId="{BFA4476A-13C2-4F2A-8B38-908717475114}" destId="{449582D0-6384-4CAE-87A4-FD0BC55171CC}" srcOrd="5" destOrd="0" presId="urn:microsoft.com/office/officeart/2005/8/layout/cycle8"/>
    <dgm:cxn modelId="{7A272196-A942-4966-A600-5478350FB614}" type="presParOf" srcId="{BFA4476A-13C2-4F2A-8B38-908717475114}" destId="{2EFA8037-F18C-49E8-91D0-6D23FDAB0A87}" srcOrd="6" destOrd="0" presId="urn:microsoft.com/office/officeart/2005/8/layout/cycle8"/>
    <dgm:cxn modelId="{7241EEA6-35B5-417D-82D8-7AEB9430F1C5}" type="presParOf" srcId="{BFA4476A-13C2-4F2A-8B38-908717475114}" destId="{FD0E805A-6B88-4BE6-B1F3-BF0E4D95BF2E}" srcOrd="7" destOrd="0" presId="urn:microsoft.com/office/officeart/2005/8/layout/cycle8"/>
    <dgm:cxn modelId="{F0E4AA12-0534-4381-B3B6-8DB881F85245}" type="presParOf" srcId="{BFA4476A-13C2-4F2A-8B38-908717475114}" destId="{726888B8-276D-4FC4-BD75-2FA665A4BC35}" srcOrd="8" destOrd="0" presId="urn:microsoft.com/office/officeart/2005/8/layout/cycle8"/>
    <dgm:cxn modelId="{36D61203-00B9-477C-96B8-A211657BFC85}" type="presParOf" srcId="{BFA4476A-13C2-4F2A-8B38-908717475114}" destId="{3B027C73-F4B9-4724-9C0F-A8196120A746}" srcOrd="9" destOrd="0" presId="urn:microsoft.com/office/officeart/2005/8/layout/cycle8"/>
    <dgm:cxn modelId="{B05F2F5B-B142-433A-9DB0-4260C7191F2C}" type="presParOf" srcId="{BFA4476A-13C2-4F2A-8B38-908717475114}" destId="{EDB0D753-52EF-4E55-9DDB-DF756B8E3415}" srcOrd="10" destOrd="0" presId="urn:microsoft.com/office/officeart/2005/8/layout/cycle8"/>
    <dgm:cxn modelId="{0056F694-7610-4B9C-84A3-697B8F9714CC}" type="presParOf" srcId="{BFA4476A-13C2-4F2A-8B38-908717475114}" destId="{C6D775A4-5C15-4F3D-8613-C1BACCF0F9DD}" srcOrd="11" destOrd="0" presId="urn:microsoft.com/office/officeart/2005/8/layout/cycle8"/>
    <dgm:cxn modelId="{187F1E2A-D3AE-4DBA-9BC3-7FA70A9F5BB4}" type="presParOf" srcId="{BFA4476A-13C2-4F2A-8B38-908717475114}" destId="{66903D7E-7476-478C-A781-036A3A0B4839}" srcOrd="12" destOrd="0" presId="urn:microsoft.com/office/officeart/2005/8/layout/cycle8"/>
    <dgm:cxn modelId="{5B8E71A6-CE4E-42CC-A31E-441B8DBE5A8C}" type="presParOf" srcId="{BFA4476A-13C2-4F2A-8B38-908717475114}" destId="{AF7068E7-5EE4-41E6-BCD8-9EB69B40F41B}" srcOrd="13" destOrd="0" presId="urn:microsoft.com/office/officeart/2005/8/layout/cycle8"/>
    <dgm:cxn modelId="{6279B179-E4C9-40DF-87AD-A16F7D135632}" type="presParOf" srcId="{BFA4476A-13C2-4F2A-8B38-908717475114}" destId="{FFECA344-05EF-4004-85AB-15F853CB78E1}" srcOrd="14" destOrd="0" presId="urn:microsoft.com/office/officeart/2005/8/layout/cycle8"/>
    <dgm:cxn modelId="{5AF11DDB-70EA-432C-916D-EC22BFC4ABD7}" type="presParOf" srcId="{BFA4476A-13C2-4F2A-8B38-908717475114}" destId="{1575FD08-A289-4112-89B6-570ECDA69AF1}" srcOrd="15" destOrd="0" presId="urn:microsoft.com/office/officeart/2005/8/layout/cycle8"/>
    <dgm:cxn modelId="{C2F7C655-2A2F-4E10-9633-8314E5732BCA}" type="presParOf" srcId="{BFA4476A-13C2-4F2A-8B38-908717475114}" destId="{C89B7D5B-D421-4BB5-87C0-1F7C031EA60B}" srcOrd="16" destOrd="0" presId="urn:microsoft.com/office/officeart/2005/8/layout/cycle8"/>
    <dgm:cxn modelId="{70290CEF-33B9-46C7-8AEE-F54159C8C967}" type="presParOf" srcId="{BFA4476A-13C2-4F2A-8B38-908717475114}" destId="{303DC5DF-7083-444A-B779-D676E807308C}" srcOrd="17" destOrd="0" presId="urn:microsoft.com/office/officeart/2005/8/layout/cycle8"/>
    <dgm:cxn modelId="{D57F6B6B-7D33-404F-86CF-884F7A5D3965}" type="presParOf" srcId="{BFA4476A-13C2-4F2A-8B38-908717475114}" destId="{DDDEAB20-78A3-486E-A01D-54269E0B25ED}" srcOrd="18" destOrd="0" presId="urn:microsoft.com/office/officeart/2005/8/layout/cycle8"/>
    <dgm:cxn modelId="{8C725762-11FF-474D-B882-67169CD63F0A}" type="presParOf" srcId="{BFA4476A-13C2-4F2A-8B38-908717475114}" destId="{149D681D-D458-45D7-8358-43DBC344425A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401758-A16C-4563-8032-248810AB159B}" type="doc">
      <dgm:prSet loTypeId="urn:microsoft.com/office/officeart/2005/8/layout/cycle8" loCatId="cycle" qsTypeId="urn:microsoft.com/office/officeart/2005/8/quickstyle/simple2" qsCatId="simple" csTypeId="urn:microsoft.com/office/officeart/2005/8/colors/colorful3" csCatId="colorful" phldr="1"/>
      <dgm:spPr/>
    </dgm:pt>
    <dgm:pt modelId="{EA04EB9C-A6C5-45F8-8976-2DF10BD01BDC}">
      <dgm:prSet phldrT="[Texte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E095EEC3-AC98-46B0-A48C-A7E3420CC3AF}" type="parTrans" cxnId="{46F069D2-704D-432A-B1A6-73FBD5AFEEB9}">
      <dgm:prSet/>
      <dgm:spPr/>
      <dgm:t>
        <a:bodyPr/>
        <a:lstStyle/>
        <a:p>
          <a:endParaRPr lang="fr-FR"/>
        </a:p>
      </dgm:t>
    </dgm:pt>
    <dgm:pt modelId="{91B84A2B-A8BC-43DB-BD93-9E9F03FFE0A5}" type="sibTrans" cxnId="{46F069D2-704D-432A-B1A6-73FBD5AFEEB9}">
      <dgm:prSet/>
      <dgm:spPr/>
      <dgm:t>
        <a:bodyPr/>
        <a:lstStyle/>
        <a:p>
          <a:endParaRPr lang="fr-FR"/>
        </a:p>
      </dgm:t>
    </dgm:pt>
    <dgm:pt modelId="{47D5380C-8732-45E7-883F-A7F47386721D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83814966-6471-4FE4-8C40-F39126E50DFC}" type="parTrans" cxnId="{5534F3A1-4AE2-4A03-BAF8-1C042D6A4B84}">
      <dgm:prSet/>
      <dgm:spPr/>
      <dgm:t>
        <a:bodyPr/>
        <a:lstStyle/>
        <a:p>
          <a:endParaRPr lang="fr-FR"/>
        </a:p>
      </dgm:t>
    </dgm:pt>
    <dgm:pt modelId="{458F3B57-E0F2-43B2-BAC7-CCC3D49A1D50}" type="sibTrans" cxnId="{5534F3A1-4AE2-4A03-BAF8-1C042D6A4B84}">
      <dgm:prSet/>
      <dgm:spPr/>
      <dgm:t>
        <a:bodyPr/>
        <a:lstStyle/>
        <a:p>
          <a:endParaRPr lang="fr-FR"/>
        </a:p>
      </dgm:t>
    </dgm:pt>
    <dgm:pt modelId="{2E679A86-24B6-4DB6-8FEB-F444E65019B4}">
      <dgm:prSet phldrT="[Texte]"/>
      <dgm:spPr>
        <a:solidFill>
          <a:schemeClr val="accent3"/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6C3E120B-ED80-4D5F-B114-B9762B05E529}" type="parTrans" cxnId="{AE3CD654-6B7F-430A-A3B2-DBCB4D851906}">
      <dgm:prSet/>
      <dgm:spPr/>
      <dgm:t>
        <a:bodyPr/>
        <a:lstStyle/>
        <a:p>
          <a:endParaRPr lang="fr-FR"/>
        </a:p>
      </dgm:t>
    </dgm:pt>
    <dgm:pt modelId="{DEC43C28-ABA7-4A54-8519-2A99A8E54204}" type="sibTrans" cxnId="{AE3CD654-6B7F-430A-A3B2-DBCB4D851906}">
      <dgm:prSet/>
      <dgm:spPr/>
      <dgm:t>
        <a:bodyPr/>
        <a:lstStyle/>
        <a:p>
          <a:endParaRPr lang="fr-FR"/>
        </a:p>
      </dgm:t>
    </dgm:pt>
    <dgm:pt modelId="{EBAA507B-51A2-4FAF-BED8-7FCC2EAB0000}">
      <dgm:prSet phldrT="[Texte]"/>
      <dgm:spPr/>
      <dgm:t>
        <a:bodyPr/>
        <a:lstStyle/>
        <a:p>
          <a:endParaRPr lang="fr-FR" dirty="0"/>
        </a:p>
      </dgm:t>
    </dgm:pt>
    <dgm:pt modelId="{0C99D1F5-68C8-4DF2-864A-160A6D212ACC}" type="parTrans" cxnId="{ED010408-B048-4F6B-B9D1-08B611881B7E}">
      <dgm:prSet/>
      <dgm:spPr/>
      <dgm:t>
        <a:bodyPr/>
        <a:lstStyle/>
        <a:p>
          <a:endParaRPr lang="fr-FR"/>
        </a:p>
      </dgm:t>
    </dgm:pt>
    <dgm:pt modelId="{ADA0AD83-C00F-4530-AF13-CCB45DEF05A8}" type="sibTrans" cxnId="{ED010408-B048-4F6B-B9D1-08B611881B7E}">
      <dgm:prSet/>
      <dgm:spPr/>
      <dgm:t>
        <a:bodyPr/>
        <a:lstStyle/>
        <a:p>
          <a:endParaRPr lang="fr-FR"/>
        </a:p>
      </dgm:t>
    </dgm:pt>
    <dgm:pt modelId="{BFA4476A-13C2-4F2A-8B38-908717475114}" type="pres">
      <dgm:prSet presAssocID="{A1401758-A16C-4563-8032-248810AB159B}" presName="compositeShape" presStyleCnt="0">
        <dgm:presLayoutVars>
          <dgm:chMax val="7"/>
          <dgm:dir/>
          <dgm:resizeHandles val="exact"/>
        </dgm:presLayoutVars>
      </dgm:prSet>
      <dgm:spPr/>
    </dgm:pt>
    <dgm:pt modelId="{0520CC22-259C-4B18-9DD5-11AD5748B827}" type="pres">
      <dgm:prSet presAssocID="{A1401758-A16C-4563-8032-248810AB159B}" presName="wedge1" presStyleLbl="node1" presStyleIdx="0" presStyleCnt="4"/>
      <dgm:spPr/>
    </dgm:pt>
    <dgm:pt modelId="{5EEBA176-C23A-4BB7-A01E-3831E9925E95}" type="pres">
      <dgm:prSet presAssocID="{A1401758-A16C-4563-8032-248810AB159B}" presName="dummy1a" presStyleCnt="0"/>
      <dgm:spPr/>
    </dgm:pt>
    <dgm:pt modelId="{4F036EE2-9AD0-4629-BDD7-4F7817339E6E}" type="pres">
      <dgm:prSet presAssocID="{A1401758-A16C-4563-8032-248810AB159B}" presName="dummy1b" presStyleCnt="0"/>
      <dgm:spPr/>
    </dgm:pt>
    <dgm:pt modelId="{4D4382BB-115E-4EF8-8DF3-CF97C722024D}" type="pres">
      <dgm:prSet presAssocID="{A1401758-A16C-4563-8032-248810AB159B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CE641F2-D3B3-4904-B9CC-3801BE9ABF59}" type="pres">
      <dgm:prSet presAssocID="{A1401758-A16C-4563-8032-248810AB159B}" presName="wedge2" presStyleLbl="node1" presStyleIdx="1" presStyleCnt="4"/>
      <dgm:spPr/>
    </dgm:pt>
    <dgm:pt modelId="{449582D0-6384-4CAE-87A4-FD0BC55171CC}" type="pres">
      <dgm:prSet presAssocID="{A1401758-A16C-4563-8032-248810AB159B}" presName="dummy2a" presStyleCnt="0"/>
      <dgm:spPr/>
    </dgm:pt>
    <dgm:pt modelId="{2EFA8037-F18C-49E8-91D0-6D23FDAB0A87}" type="pres">
      <dgm:prSet presAssocID="{A1401758-A16C-4563-8032-248810AB159B}" presName="dummy2b" presStyleCnt="0"/>
      <dgm:spPr/>
    </dgm:pt>
    <dgm:pt modelId="{FD0E805A-6B88-4BE6-B1F3-BF0E4D95BF2E}" type="pres">
      <dgm:prSet presAssocID="{A1401758-A16C-4563-8032-248810AB159B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6888B8-276D-4FC4-BD75-2FA665A4BC35}" type="pres">
      <dgm:prSet presAssocID="{A1401758-A16C-4563-8032-248810AB159B}" presName="wedge3" presStyleLbl="node1" presStyleIdx="2" presStyleCnt="4"/>
      <dgm:spPr/>
    </dgm:pt>
    <dgm:pt modelId="{3B027C73-F4B9-4724-9C0F-A8196120A746}" type="pres">
      <dgm:prSet presAssocID="{A1401758-A16C-4563-8032-248810AB159B}" presName="dummy3a" presStyleCnt="0"/>
      <dgm:spPr/>
    </dgm:pt>
    <dgm:pt modelId="{EDB0D753-52EF-4E55-9DDB-DF756B8E3415}" type="pres">
      <dgm:prSet presAssocID="{A1401758-A16C-4563-8032-248810AB159B}" presName="dummy3b" presStyleCnt="0"/>
      <dgm:spPr/>
    </dgm:pt>
    <dgm:pt modelId="{C6D775A4-5C15-4F3D-8613-C1BACCF0F9DD}" type="pres">
      <dgm:prSet presAssocID="{A1401758-A16C-4563-8032-248810AB159B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6903D7E-7476-478C-A781-036A3A0B4839}" type="pres">
      <dgm:prSet presAssocID="{A1401758-A16C-4563-8032-248810AB159B}" presName="wedge4" presStyleLbl="node1" presStyleIdx="3" presStyleCnt="4"/>
      <dgm:spPr/>
    </dgm:pt>
    <dgm:pt modelId="{AF7068E7-5EE4-41E6-BCD8-9EB69B40F41B}" type="pres">
      <dgm:prSet presAssocID="{A1401758-A16C-4563-8032-248810AB159B}" presName="dummy4a" presStyleCnt="0"/>
      <dgm:spPr/>
    </dgm:pt>
    <dgm:pt modelId="{FFECA344-05EF-4004-85AB-15F853CB78E1}" type="pres">
      <dgm:prSet presAssocID="{A1401758-A16C-4563-8032-248810AB159B}" presName="dummy4b" presStyleCnt="0"/>
      <dgm:spPr/>
    </dgm:pt>
    <dgm:pt modelId="{1575FD08-A289-4112-89B6-570ECDA69AF1}" type="pres">
      <dgm:prSet presAssocID="{A1401758-A16C-4563-8032-248810AB159B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89B7D5B-D421-4BB5-87C0-1F7C031EA60B}" type="pres">
      <dgm:prSet presAssocID="{91B84A2B-A8BC-43DB-BD93-9E9F03FFE0A5}" presName="arrowWedge1" presStyleLbl="fgSibTrans2D1" presStyleIdx="0" presStyleCnt="4"/>
      <dgm:spPr>
        <a:solidFill>
          <a:schemeClr val="accent3">
            <a:lumMod val="60000"/>
            <a:lumOff val="40000"/>
          </a:schemeClr>
        </a:solidFill>
      </dgm:spPr>
    </dgm:pt>
    <dgm:pt modelId="{303DC5DF-7083-444A-B779-D676E807308C}" type="pres">
      <dgm:prSet presAssocID="{458F3B57-E0F2-43B2-BAC7-CCC3D49A1D50}" presName="arrowWedge2" presStyleLbl="fgSibTrans2D1" presStyleIdx="1" presStyleCnt="4"/>
      <dgm:spPr/>
    </dgm:pt>
    <dgm:pt modelId="{DDDEAB20-78A3-486E-A01D-54269E0B25ED}" type="pres">
      <dgm:prSet presAssocID="{DEC43C28-ABA7-4A54-8519-2A99A8E54204}" presName="arrowWedge3" presStyleLbl="fgSibTrans2D1" presStyleIdx="2" presStyleCnt="4" custLinFactNeighborX="-1920" custLinFactNeighborY="-39"/>
      <dgm:spPr>
        <a:solidFill>
          <a:schemeClr val="accent3"/>
        </a:solidFill>
      </dgm:spPr>
    </dgm:pt>
    <dgm:pt modelId="{149D681D-D458-45D7-8358-43DBC344425A}" type="pres">
      <dgm:prSet presAssocID="{ADA0AD83-C00F-4530-AF13-CCB45DEF05A8}" presName="arrowWedge4" presStyleLbl="fgSibTrans2D1" presStyleIdx="3" presStyleCnt="4"/>
      <dgm:spPr/>
    </dgm:pt>
  </dgm:ptLst>
  <dgm:cxnLst>
    <dgm:cxn modelId="{ED010408-B048-4F6B-B9D1-08B611881B7E}" srcId="{A1401758-A16C-4563-8032-248810AB159B}" destId="{EBAA507B-51A2-4FAF-BED8-7FCC2EAB0000}" srcOrd="3" destOrd="0" parTransId="{0C99D1F5-68C8-4DF2-864A-160A6D212ACC}" sibTransId="{ADA0AD83-C00F-4530-AF13-CCB45DEF05A8}"/>
    <dgm:cxn modelId="{6AB6BB09-8C63-4F63-B5F5-1B419D7D9A58}" type="presOf" srcId="{2E679A86-24B6-4DB6-8FEB-F444E65019B4}" destId="{C6D775A4-5C15-4F3D-8613-C1BACCF0F9DD}" srcOrd="1" destOrd="0" presId="urn:microsoft.com/office/officeart/2005/8/layout/cycle8"/>
    <dgm:cxn modelId="{D417A512-1416-4E2B-AB9A-A7C23788A884}" type="presOf" srcId="{2E679A86-24B6-4DB6-8FEB-F444E65019B4}" destId="{726888B8-276D-4FC4-BD75-2FA665A4BC35}" srcOrd="0" destOrd="0" presId="urn:microsoft.com/office/officeart/2005/8/layout/cycle8"/>
    <dgm:cxn modelId="{E903975B-3234-4B91-AA2A-419F75538BB1}" type="presOf" srcId="{EBAA507B-51A2-4FAF-BED8-7FCC2EAB0000}" destId="{66903D7E-7476-478C-A781-036A3A0B4839}" srcOrd="0" destOrd="0" presId="urn:microsoft.com/office/officeart/2005/8/layout/cycle8"/>
    <dgm:cxn modelId="{AF7C7342-C991-4369-A413-DD12554968E0}" type="presOf" srcId="{EBAA507B-51A2-4FAF-BED8-7FCC2EAB0000}" destId="{1575FD08-A289-4112-89B6-570ECDA69AF1}" srcOrd="1" destOrd="0" presId="urn:microsoft.com/office/officeart/2005/8/layout/cycle8"/>
    <dgm:cxn modelId="{67288D46-16AA-4F3B-A8CA-D42098D52F5D}" type="presOf" srcId="{47D5380C-8732-45E7-883F-A7F47386721D}" destId="{7CE641F2-D3B3-4904-B9CC-3801BE9ABF59}" srcOrd="0" destOrd="0" presId="urn:microsoft.com/office/officeart/2005/8/layout/cycle8"/>
    <dgm:cxn modelId="{AE3CD654-6B7F-430A-A3B2-DBCB4D851906}" srcId="{A1401758-A16C-4563-8032-248810AB159B}" destId="{2E679A86-24B6-4DB6-8FEB-F444E65019B4}" srcOrd="2" destOrd="0" parTransId="{6C3E120B-ED80-4D5F-B114-B9762B05E529}" sibTransId="{DEC43C28-ABA7-4A54-8519-2A99A8E54204}"/>
    <dgm:cxn modelId="{25D8AD8F-C775-419A-BD07-7B43889DAD80}" type="presOf" srcId="{A1401758-A16C-4563-8032-248810AB159B}" destId="{BFA4476A-13C2-4F2A-8B38-908717475114}" srcOrd="0" destOrd="0" presId="urn:microsoft.com/office/officeart/2005/8/layout/cycle8"/>
    <dgm:cxn modelId="{5534F3A1-4AE2-4A03-BAF8-1C042D6A4B84}" srcId="{A1401758-A16C-4563-8032-248810AB159B}" destId="{47D5380C-8732-45E7-883F-A7F47386721D}" srcOrd="1" destOrd="0" parTransId="{83814966-6471-4FE4-8C40-F39126E50DFC}" sibTransId="{458F3B57-E0F2-43B2-BAC7-CCC3D49A1D50}"/>
    <dgm:cxn modelId="{65DB83CA-5095-445B-BA40-A76BBB93EDA0}" type="presOf" srcId="{EA04EB9C-A6C5-45F8-8976-2DF10BD01BDC}" destId="{4D4382BB-115E-4EF8-8DF3-CF97C722024D}" srcOrd="1" destOrd="0" presId="urn:microsoft.com/office/officeart/2005/8/layout/cycle8"/>
    <dgm:cxn modelId="{46F069D2-704D-432A-B1A6-73FBD5AFEEB9}" srcId="{A1401758-A16C-4563-8032-248810AB159B}" destId="{EA04EB9C-A6C5-45F8-8976-2DF10BD01BDC}" srcOrd="0" destOrd="0" parTransId="{E095EEC3-AC98-46B0-A48C-A7E3420CC3AF}" sibTransId="{91B84A2B-A8BC-43DB-BD93-9E9F03FFE0A5}"/>
    <dgm:cxn modelId="{B313C6F0-8953-4FF5-8B34-EBF7C81F7B36}" type="presOf" srcId="{EA04EB9C-A6C5-45F8-8976-2DF10BD01BDC}" destId="{0520CC22-259C-4B18-9DD5-11AD5748B827}" srcOrd="0" destOrd="0" presId="urn:microsoft.com/office/officeart/2005/8/layout/cycle8"/>
    <dgm:cxn modelId="{BCACE1F4-7C73-4FD2-9E85-2EFE436EE991}" type="presOf" srcId="{47D5380C-8732-45E7-883F-A7F47386721D}" destId="{FD0E805A-6B88-4BE6-B1F3-BF0E4D95BF2E}" srcOrd="1" destOrd="0" presId="urn:microsoft.com/office/officeart/2005/8/layout/cycle8"/>
    <dgm:cxn modelId="{2179DDA9-6B18-4CB1-9766-8E66E49EDF4C}" type="presParOf" srcId="{BFA4476A-13C2-4F2A-8B38-908717475114}" destId="{0520CC22-259C-4B18-9DD5-11AD5748B827}" srcOrd="0" destOrd="0" presId="urn:microsoft.com/office/officeart/2005/8/layout/cycle8"/>
    <dgm:cxn modelId="{A7C471BE-59EF-4798-BB24-45492C462BD7}" type="presParOf" srcId="{BFA4476A-13C2-4F2A-8B38-908717475114}" destId="{5EEBA176-C23A-4BB7-A01E-3831E9925E95}" srcOrd="1" destOrd="0" presId="urn:microsoft.com/office/officeart/2005/8/layout/cycle8"/>
    <dgm:cxn modelId="{E5EC40D9-E093-4CD2-9B61-211C5CD663ED}" type="presParOf" srcId="{BFA4476A-13C2-4F2A-8B38-908717475114}" destId="{4F036EE2-9AD0-4629-BDD7-4F7817339E6E}" srcOrd="2" destOrd="0" presId="urn:microsoft.com/office/officeart/2005/8/layout/cycle8"/>
    <dgm:cxn modelId="{88CC93D0-9DD7-4645-AE06-AA99D481BEE3}" type="presParOf" srcId="{BFA4476A-13C2-4F2A-8B38-908717475114}" destId="{4D4382BB-115E-4EF8-8DF3-CF97C722024D}" srcOrd="3" destOrd="0" presId="urn:microsoft.com/office/officeart/2005/8/layout/cycle8"/>
    <dgm:cxn modelId="{CA138A41-53EB-4B4B-8233-727BCAE43259}" type="presParOf" srcId="{BFA4476A-13C2-4F2A-8B38-908717475114}" destId="{7CE641F2-D3B3-4904-B9CC-3801BE9ABF59}" srcOrd="4" destOrd="0" presId="urn:microsoft.com/office/officeart/2005/8/layout/cycle8"/>
    <dgm:cxn modelId="{3CD7A045-6528-4397-93C9-14DE2131AA6B}" type="presParOf" srcId="{BFA4476A-13C2-4F2A-8B38-908717475114}" destId="{449582D0-6384-4CAE-87A4-FD0BC55171CC}" srcOrd="5" destOrd="0" presId="urn:microsoft.com/office/officeart/2005/8/layout/cycle8"/>
    <dgm:cxn modelId="{7A272196-A942-4966-A600-5478350FB614}" type="presParOf" srcId="{BFA4476A-13C2-4F2A-8B38-908717475114}" destId="{2EFA8037-F18C-49E8-91D0-6D23FDAB0A87}" srcOrd="6" destOrd="0" presId="urn:microsoft.com/office/officeart/2005/8/layout/cycle8"/>
    <dgm:cxn modelId="{7241EEA6-35B5-417D-82D8-7AEB9430F1C5}" type="presParOf" srcId="{BFA4476A-13C2-4F2A-8B38-908717475114}" destId="{FD0E805A-6B88-4BE6-B1F3-BF0E4D95BF2E}" srcOrd="7" destOrd="0" presId="urn:microsoft.com/office/officeart/2005/8/layout/cycle8"/>
    <dgm:cxn modelId="{F0E4AA12-0534-4381-B3B6-8DB881F85245}" type="presParOf" srcId="{BFA4476A-13C2-4F2A-8B38-908717475114}" destId="{726888B8-276D-4FC4-BD75-2FA665A4BC35}" srcOrd="8" destOrd="0" presId="urn:microsoft.com/office/officeart/2005/8/layout/cycle8"/>
    <dgm:cxn modelId="{36D61203-00B9-477C-96B8-A211657BFC85}" type="presParOf" srcId="{BFA4476A-13C2-4F2A-8B38-908717475114}" destId="{3B027C73-F4B9-4724-9C0F-A8196120A746}" srcOrd="9" destOrd="0" presId="urn:microsoft.com/office/officeart/2005/8/layout/cycle8"/>
    <dgm:cxn modelId="{B05F2F5B-B142-433A-9DB0-4260C7191F2C}" type="presParOf" srcId="{BFA4476A-13C2-4F2A-8B38-908717475114}" destId="{EDB0D753-52EF-4E55-9DDB-DF756B8E3415}" srcOrd="10" destOrd="0" presId="urn:microsoft.com/office/officeart/2005/8/layout/cycle8"/>
    <dgm:cxn modelId="{0056F694-7610-4B9C-84A3-697B8F9714CC}" type="presParOf" srcId="{BFA4476A-13C2-4F2A-8B38-908717475114}" destId="{C6D775A4-5C15-4F3D-8613-C1BACCF0F9DD}" srcOrd="11" destOrd="0" presId="urn:microsoft.com/office/officeart/2005/8/layout/cycle8"/>
    <dgm:cxn modelId="{187F1E2A-D3AE-4DBA-9BC3-7FA70A9F5BB4}" type="presParOf" srcId="{BFA4476A-13C2-4F2A-8B38-908717475114}" destId="{66903D7E-7476-478C-A781-036A3A0B4839}" srcOrd="12" destOrd="0" presId="urn:microsoft.com/office/officeart/2005/8/layout/cycle8"/>
    <dgm:cxn modelId="{5B8E71A6-CE4E-42CC-A31E-441B8DBE5A8C}" type="presParOf" srcId="{BFA4476A-13C2-4F2A-8B38-908717475114}" destId="{AF7068E7-5EE4-41E6-BCD8-9EB69B40F41B}" srcOrd="13" destOrd="0" presId="urn:microsoft.com/office/officeart/2005/8/layout/cycle8"/>
    <dgm:cxn modelId="{6279B179-E4C9-40DF-87AD-A16F7D135632}" type="presParOf" srcId="{BFA4476A-13C2-4F2A-8B38-908717475114}" destId="{FFECA344-05EF-4004-85AB-15F853CB78E1}" srcOrd="14" destOrd="0" presId="urn:microsoft.com/office/officeart/2005/8/layout/cycle8"/>
    <dgm:cxn modelId="{5AF11DDB-70EA-432C-916D-EC22BFC4ABD7}" type="presParOf" srcId="{BFA4476A-13C2-4F2A-8B38-908717475114}" destId="{1575FD08-A289-4112-89B6-570ECDA69AF1}" srcOrd="15" destOrd="0" presId="urn:microsoft.com/office/officeart/2005/8/layout/cycle8"/>
    <dgm:cxn modelId="{C2F7C655-2A2F-4E10-9633-8314E5732BCA}" type="presParOf" srcId="{BFA4476A-13C2-4F2A-8B38-908717475114}" destId="{C89B7D5B-D421-4BB5-87C0-1F7C031EA60B}" srcOrd="16" destOrd="0" presId="urn:microsoft.com/office/officeart/2005/8/layout/cycle8"/>
    <dgm:cxn modelId="{70290CEF-33B9-46C7-8AEE-F54159C8C967}" type="presParOf" srcId="{BFA4476A-13C2-4F2A-8B38-908717475114}" destId="{303DC5DF-7083-444A-B779-D676E807308C}" srcOrd="17" destOrd="0" presId="urn:microsoft.com/office/officeart/2005/8/layout/cycle8"/>
    <dgm:cxn modelId="{D57F6B6B-7D33-404F-86CF-884F7A5D3965}" type="presParOf" srcId="{BFA4476A-13C2-4F2A-8B38-908717475114}" destId="{DDDEAB20-78A3-486E-A01D-54269E0B25ED}" srcOrd="18" destOrd="0" presId="urn:microsoft.com/office/officeart/2005/8/layout/cycle8"/>
    <dgm:cxn modelId="{8C725762-11FF-474D-B882-67169CD63F0A}" type="presParOf" srcId="{BFA4476A-13C2-4F2A-8B38-908717475114}" destId="{149D681D-D458-45D7-8358-43DBC344425A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401758-A16C-4563-8032-248810AB159B}" type="doc">
      <dgm:prSet loTypeId="urn:microsoft.com/office/officeart/2005/8/layout/cycle8" loCatId="cycle" qsTypeId="urn:microsoft.com/office/officeart/2005/8/quickstyle/simple2" qsCatId="simple" csTypeId="urn:microsoft.com/office/officeart/2005/8/colors/colorful3" csCatId="colorful" phldr="1"/>
      <dgm:spPr/>
    </dgm:pt>
    <dgm:pt modelId="{EA04EB9C-A6C5-45F8-8976-2DF10BD01BDC}">
      <dgm:prSet phldrT="[Texte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E095EEC3-AC98-46B0-A48C-A7E3420CC3AF}" type="parTrans" cxnId="{46F069D2-704D-432A-B1A6-73FBD5AFEEB9}">
      <dgm:prSet/>
      <dgm:spPr/>
      <dgm:t>
        <a:bodyPr/>
        <a:lstStyle/>
        <a:p>
          <a:endParaRPr lang="fr-FR"/>
        </a:p>
      </dgm:t>
    </dgm:pt>
    <dgm:pt modelId="{91B84A2B-A8BC-43DB-BD93-9E9F03FFE0A5}" type="sibTrans" cxnId="{46F069D2-704D-432A-B1A6-73FBD5AFEEB9}">
      <dgm:prSet/>
      <dgm:spPr/>
      <dgm:t>
        <a:bodyPr/>
        <a:lstStyle/>
        <a:p>
          <a:endParaRPr lang="fr-FR"/>
        </a:p>
      </dgm:t>
    </dgm:pt>
    <dgm:pt modelId="{47D5380C-8732-45E7-883F-A7F47386721D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83814966-6471-4FE4-8C40-F39126E50DFC}" type="parTrans" cxnId="{5534F3A1-4AE2-4A03-BAF8-1C042D6A4B84}">
      <dgm:prSet/>
      <dgm:spPr/>
      <dgm:t>
        <a:bodyPr/>
        <a:lstStyle/>
        <a:p>
          <a:endParaRPr lang="fr-FR"/>
        </a:p>
      </dgm:t>
    </dgm:pt>
    <dgm:pt modelId="{458F3B57-E0F2-43B2-BAC7-CCC3D49A1D50}" type="sibTrans" cxnId="{5534F3A1-4AE2-4A03-BAF8-1C042D6A4B84}">
      <dgm:prSet/>
      <dgm:spPr/>
      <dgm:t>
        <a:bodyPr/>
        <a:lstStyle/>
        <a:p>
          <a:endParaRPr lang="fr-FR"/>
        </a:p>
      </dgm:t>
    </dgm:pt>
    <dgm:pt modelId="{2E679A86-24B6-4DB6-8FEB-F444E65019B4}">
      <dgm:prSet phldrT="[Texte]"/>
      <dgm:spPr>
        <a:solidFill>
          <a:schemeClr val="accent3"/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6C3E120B-ED80-4D5F-B114-B9762B05E529}" type="parTrans" cxnId="{AE3CD654-6B7F-430A-A3B2-DBCB4D851906}">
      <dgm:prSet/>
      <dgm:spPr/>
      <dgm:t>
        <a:bodyPr/>
        <a:lstStyle/>
        <a:p>
          <a:endParaRPr lang="fr-FR"/>
        </a:p>
      </dgm:t>
    </dgm:pt>
    <dgm:pt modelId="{DEC43C28-ABA7-4A54-8519-2A99A8E54204}" type="sibTrans" cxnId="{AE3CD654-6B7F-430A-A3B2-DBCB4D851906}">
      <dgm:prSet/>
      <dgm:spPr/>
      <dgm:t>
        <a:bodyPr/>
        <a:lstStyle/>
        <a:p>
          <a:endParaRPr lang="fr-FR"/>
        </a:p>
      </dgm:t>
    </dgm:pt>
    <dgm:pt modelId="{EBAA507B-51A2-4FAF-BED8-7FCC2EAB0000}">
      <dgm:prSet phldrT="[Texte]"/>
      <dgm:spPr/>
      <dgm:t>
        <a:bodyPr/>
        <a:lstStyle/>
        <a:p>
          <a:endParaRPr lang="fr-FR" dirty="0"/>
        </a:p>
      </dgm:t>
    </dgm:pt>
    <dgm:pt modelId="{0C99D1F5-68C8-4DF2-864A-160A6D212ACC}" type="parTrans" cxnId="{ED010408-B048-4F6B-B9D1-08B611881B7E}">
      <dgm:prSet/>
      <dgm:spPr/>
      <dgm:t>
        <a:bodyPr/>
        <a:lstStyle/>
        <a:p>
          <a:endParaRPr lang="fr-FR"/>
        </a:p>
      </dgm:t>
    </dgm:pt>
    <dgm:pt modelId="{ADA0AD83-C00F-4530-AF13-CCB45DEF05A8}" type="sibTrans" cxnId="{ED010408-B048-4F6B-B9D1-08B611881B7E}">
      <dgm:prSet/>
      <dgm:spPr/>
      <dgm:t>
        <a:bodyPr/>
        <a:lstStyle/>
        <a:p>
          <a:endParaRPr lang="fr-FR"/>
        </a:p>
      </dgm:t>
    </dgm:pt>
    <dgm:pt modelId="{BFA4476A-13C2-4F2A-8B38-908717475114}" type="pres">
      <dgm:prSet presAssocID="{A1401758-A16C-4563-8032-248810AB159B}" presName="compositeShape" presStyleCnt="0">
        <dgm:presLayoutVars>
          <dgm:chMax val="7"/>
          <dgm:dir/>
          <dgm:resizeHandles val="exact"/>
        </dgm:presLayoutVars>
      </dgm:prSet>
      <dgm:spPr/>
    </dgm:pt>
    <dgm:pt modelId="{0520CC22-259C-4B18-9DD5-11AD5748B827}" type="pres">
      <dgm:prSet presAssocID="{A1401758-A16C-4563-8032-248810AB159B}" presName="wedge1" presStyleLbl="node1" presStyleIdx="0" presStyleCnt="4"/>
      <dgm:spPr/>
    </dgm:pt>
    <dgm:pt modelId="{5EEBA176-C23A-4BB7-A01E-3831E9925E95}" type="pres">
      <dgm:prSet presAssocID="{A1401758-A16C-4563-8032-248810AB159B}" presName="dummy1a" presStyleCnt="0"/>
      <dgm:spPr/>
    </dgm:pt>
    <dgm:pt modelId="{4F036EE2-9AD0-4629-BDD7-4F7817339E6E}" type="pres">
      <dgm:prSet presAssocID="{A1401758-A16C-4563-8032-248810AB159B}" presName="dummy1b" presStyleCnt="0"/>
      <dgm:spPr/>
    </dgm:pt>
    <dgm:pt modelId="{4D4382BB-115E-4EF8-8DF3-CF97C722024D}" type="pres">
      <dgm:prSet presAssocID="{A1401758-A16C-4563-8032-248810AB159B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CE641F2-D3B3-4904-B9CC-3801BE9ABF59}" type="pres">
      <dgm:prSet presAssocID="{A1401758-A16C-4563-8032-248810AB159B}" presName="wedge2" presStyleLbl="node1" presStyleIdx="1" presStyleCnt="4"/>
      <dgm:spPr/>
    </dgm:pt>
    <dgm:pt modelId="{449582D0-6384-4CAE-87A4-FD0BC55171CC}" type="pres">
      <dgm:prSet presAssocID="{A1401758-A16C-4563-8032-248810AB159B}" presName="dummy2a" presStyleCnt="0"/>
      <dgm:spPr/>
    </dgm:pt>
    <dgm:pt modelId="{2EFA8037-F18C-49E8-91D0-6D23FDAB0A87}" type="pres">
      <dgm:prSet presAssocID="{A1401758-A16C-4563-8032-248810AB159B}" presName="dummy2b" presStyleCnt="0"/>
      <dgm:spPr/>
    </dgm:pt>
    <dgm:pt modelId="{FD0E805A-6B88-4BE6-B1F3-BF0E4D95BF2E}" type="pres">
      <dgm:prSet presAssocID="{A1401758-A16C-4563-8032-248810AB159B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6888B8-276D-4FC4-BD75-2FA665A4BC35}" type="pres">
      <dgm:prSet presAssocID="{A1401758-A16C-4563-8032-248810AB159B}" presName="wedge3" presStyleLbl="node1" presStyleIdx="2" presStyleCnt="4"/>
      <dgm:spPr/>
    </dgm:pt>
    <dgm:pt modelId="{3B027C73-F4B9-4724-9C0F-A8196120A746}" type="pres">
      <dgm:prSet presAssocID="{A1401758-A16C-4563-8032-248810AB159B}" presName="dummy3a" presStyleCnt="0"/>
      <dgm:spPr/>
    </dgm:pt>
    <dgm:pt modelId="{EDB0D753-52EF-4E55-9DDB-DF756B8E3415}" type="pres">
      <dgm:prSet presAssocID="{A1401758-A16C-4563-8032-248810AB159B}" presName="dummy3b" presStyleCnt="0"/>
      <dgm:spPr/>
    </dgm:pt>
    <dgm:pt modelId="{C6D775A4-5C15-4F3D-8613-C1BACCF0F9DD}" type="pres">
      <dgm:prSet presAssocID="{A1401758-A16C-4563-8032-248810AB159B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6903D7E-7476-478C-A781-036A3A0B4839}" type="pres">
      <dgm:prSet presAssocID="{A1401758-A16C-4563-8032-248810AB159B}" presName="wedge4" presStyleLbl="node1" presStyleIdx="3" presStyleCnt="4"/>
      <dgm:spPr/>
    </dgm:pt>
    <dgm:pt modelId="{AF7068E7-5EE4-41E6-BCD8-9EB69B40F41B}" type="pres">
      <dgm:prSet presAssocID="{A1401758-A16C-4563-8032-248810AB159B}" presName="dummy4a" presStyleCnt="0"/>
      <dgm:spPr/>
    </dgm:pt>
    <dgm:pt modelId="{FFECA344-05EF-4004-85AB-15F853CB78E1}" type="pres">
      <dgm:prSet presAssocID="{A1401758-A16C-4563-8032-248810AB159B}" presName="dummy4b" presStyleCnt="0"/>
      <dgm:spPr/>
    </dgm:pt>
    <dgm:pt modelId="{1575FD08-A289-4112-89B6-570ECDA69AF1}" type="pres">
      <dgm:prSet presAssocID="{A1401758-A16C-4563-8032-248810AB159B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89B7D5B-D421-4BB5-87C0-1F7C031EA60B}" type="pres">
      <dgm:prSet presAssocID="{91B84A2B-A8BC-43DB-BD93-9E9F03FFE0A5}" presName="arrowWedge1" presStyleLbl="fgSibTrans2D1" presStyleIdx="0" presStyleCnt="4"/>
      <dgm:spPr>
        <a:solidFill>
          <a:schemeClr val="accent3">
            <a:lumMod val="60000"/>
            <a:lumOff val="40000"/>
          </a:schemeClr>
        </a:solidFill>
      </dgm:spPr>
    </dgm:pt>
    <dgm:pt modelId="{303DC5DF-7083-444A-B779-D676E807308C}" type="pres">
      <dgm:prSet presAssocID="{458F3B57-E0F2-43B2-BAC7-CCC3D49A1D50}" presName="arrowWedge2" presStyleLbl="fgSibTrans2D1" presStyleIdx="1" presStyleCnt="4"/>
      <dgm:spPr/>
    </dgm:pt>
    <dgm:pt modelId="{DDDEAB20-78A3-486E-A01D-54269E0B25ED}" type="pres">
      <dgm:prSet presAssocID="{DEC43C28-ABA7-4A54-8519-2A99A8E54204}" presName="arrowWedge3" presStyleLbl="fgSibTrans2D1" presStyleIdx="2" presStyleCnt="4" custLinFactNeighborX="-1920" custLinFactNeighborY="-39"/>
      <dgm:spPr>
        <a:solidFill>
          <a:schemeClr val="accent3"/>
        </a:solidFill>
      </dgm:spPr>
    </dgm:pt>
    <dgm:pt modelId="{149D681D-D458-45D7-8358-43DBC344425A}" type="pres">
      <dgm:prSet presAssocID="{ADA0AD83-C00F-4530-AF13-CCB45DEF05A8}" presName="arrowWedge4" presStyleLbl="fgSibTrans2D1" presStyleIdx="3" presStyleCnt="4"/>
      <dgm:spPr/>
    </dgm:pt>
  </dgm:ptLst>
  <dgm:cxnLst>
    <dgm:cxn modelId="{ED010408-B048-4F6B-B9D1-08B611881B7E}" srcId="{A1401758-A16C-4563-8032-248810AB159B}" destId="{EBAA507B-51A2-4FAF-BED8-7FCC2EAB0000}" srcOrd="3" destOrd="0" parTransId="{0C99D1F5-68C8-4DF2-864A-160A6D212ACC}" sibTransId="{ADA0AD83-C00F-4530-AF13-CCB45DEF05A8}"/>
    <dgm:cxn modelId="{6AB6BB09-8C63-4F63-B5F5-1B419D7D9A58}" type="presOf" srcId="{2E679A86-24B6-4DB6-8FEB-F444E65019B4}" destId="{C6D775A4-5C15-4F3D-8613-C1BACCF0F9DD}" srcOrd="1" destOrd="0" presId="urn:microsoft.com/office/officeart/2005/8/layout/cycle8"/>
    <dgm:cxn modelId="{D417A512-1416-4E2B-AB9A-A7C23788A884}" type="presOf" srcId="{2E679A86-24B6-4DB6-8FEB-F444E65019B4}" destId="{726888B8-276D-4FC4-BD75-2FA665A4BC35}" srcOrd="0" destOrd="0" presId="urn:microsoft.com/office/officeart/2005/8/layout/cycle8"/>
    <dgm:cxn modelId="{E903975B-3234-4B91-AA2A-419F75538BB1}" type="presOf" srcId="{EBAA507B-51A2-4FAF-BED8-7FCC2EAB0000}" destId="{66903D7E-7476-478C-A781-036A3A0B4839}" srcOrd="0" destOrd="0" presId="urn:microsoft.com/office/officeart/2005/8/layout/cycle8"/>
    <dgm:cxn modelId="{AF7C7342-C991-4369-A413-DD12554968E0}" type="presOf" srcId="{EBAA507B-51A2-4FAF-BED8-7FCC2EAB0000}" destId="{1575FD08-A289-4112-89B6-570ECDA69AF1}" srcOrd="1" destOrd="0" presId="urn:microsoft.com/office/officeart/2005/8/layout/cycle8"/>
    <dgm:cxn modelId="{67288D46-16AA-4F3B-A8CA-D42098D52F5D}" type="presOf" srcId="{47D5380C-8732-45E7-883F-A7F47386721D}" destId="{7CE641F2-D3B3-4904-B9CC-3801BE9ABF59}" srcOrd="0" destOrd="0" presId="urn:microsoft.com/office/officeart/2005/8/layout/cycle8"/>
    <dgm:cxn modelId="{AE3CD654-6B7F-430A-A3B2-DBCB4D851906}" srcId="{A1401758-A16C-4563-8032-248810AB159B}" destId="{2E679A86-24B6-4DB6-8FEB-F444E65019B4}" srcOrd="2" destOrd="0" parTransId="{6C3E120B-ED80-4D5F-B114-B9762B05E529}" sibTransId="{DEC43C28-ABA7-4A54-8519-2A99A8E54204}"/>
    <dgm:cxn modelId="{25D8AD8F-C775-419A-BD07-7B43889DAD80}" type="presOf" srcId="{A1401758-A16C-4563-8032-248810AB159B}" destId="{BFA4476A-13C2-4F2A-8B38-908717475114}" srcOrd="0" destOrd="0" presId="urn:microsoft.com/office/officeart/2005/8/layout/cycle8"/>
    <dgm:cxn modelId="{5534F3A1-4AE2-4A03-BAF8-1C042D6A4B84}" srcId="{A1401758-A16C-4563-8032-248810AB159B}" destId="{47D5380C-8732-45E7-883F-A7F47386721D}" srcOrd="1" destOrd="0" parTransId="{83814966-6471-4FE4-8C40-F39126E50DFC}" sibTransId="{458F3B57-E0F2-43B2-BAC7-CCC3D49A1D50}"/>
    <dgm:cxn modelId="{65DB83CA-5095-445B-BA40-A76BBB93EDA0}" type="presOf" srcId="{EA04EB9C-A6C5-45F8-8976-2DF10BD01BDC}" destId="{4D4382BB-115E-4EF8-8DF3-CF97C722024D}" srcOrd="1" destOrd="0" presId="urn:microsoft.com/office/officeart/2005/8/layout/cycle8"/>
    <dgm:cxn modelId="{46F069D2-704D-432A-B1A6-73FBD5AFEEB9}" srcId="{A1401758-A16C-4563-8032-248810AB159B}" destId="{EA04EB9C-A6C5-45F8-8976-2DF10BD01BDC}" srcOrd="0" destOrd="0" parTransId="{E095EEC3-AC98-46B0-A48C-A7E3420CC3AF}" sibTransId="{91B84A2B-A8BC-43DB-BD93-9E9F03FFE0A5}"/>
    <dgm:cxn modelId="{B313C6F0-8953-4FF5-8B34-EBF7C81F7B36}" type="presOf" srcId="{EA04EB9C-A6C5-45F8-8976-2DF10BD01BDC}" destId="{0520CC22-259C-4B18-9DD5-11AD5748B827}" srcOrd="0" destOrd="0" presId="urn:microsoft.com/office/officeart/2005/8/layout/cycle8"/>
    <dgm:cxn modelId="{BCACE1F4-7C73-4FD2-9E85-2EFE436EE991}" type="presOf" srcId="{47D5380C-8732-45E7-883F-A7F47386721D}" destId="{FD0E805A-6B88-4BE6-B1F3-BF0E4D95BF2E}" srcOrd="1" destOrd="0" presId="urn:microsoft.com/office/officeart/2005/8/layout/cycle8"/>
    <dgm:cxn modelId="{2179DDA9-6B18-4CB1-9766-8E66E49EDF4C}" type="presParOf" srcId="{BFA4476A-13C2-4F2A-8B38-908717475114}" destId="{0520CC22-259C-4B18-9DD5-11AD5748B827}" srcOrd="0" destOrd="0" presId="urn:microsoft.com/office/officeart/2005/8/layout/cycle8"/>
    <dgm:cxn modelId="{A7C471BE-59EF-4798-BB24-45492C462BD7}" type="presParOf" srcId="{BFA4476A-13C2-4F2A-8B38-908717475114}" destId="{5EEBA176-C23A-4BB7-A01E-3831E9925E95}" srcOrd="1" destOrd="0" presId="urn:microsoft.com/office/officeart/2005/8/layout/cycle8"/>
    <dgm:cxn modelId="{E5EC40D9-E093-4CD2-9B61-211C5CD663ED}" type="presParOf" srcId="{BFA4476A-13C2-4F2A-8B38-908717475114}" destId="{4F036EE2-9AD0-4629-BDD7-4F7817339E6E}" srcOrd="2" destOrd="0" presId="urn:microsoft.com/office/officeart/2005/8/layout/cycle8"/>
    <dgm:cxn modelId="{88CC93D0-9DD7-4645-AE06-AA99D481BEE3}" type="presParOf" srcId="{BFA4476A-13C2-4F2A-8B38-908717475114}" destId="{4D4382BB-115E-4EF8-8DF3-CF97C722024D}" srcOrd="3" destOrd="0" presId="urn:microsoft.com/office/officeart/2005/8/layout/cycle8"/>
    <dgm:cxn modelId="{CA138A41-53EB-4B4B-8233-727BCAE43259}" type="presParOf" srcId="{BFA4476A-13C2-4F2A-8B38-908717475114}" destId="{7CE641F2-D3B3-4904-B9CC-3801BE9ABF59}" srcOrd="4" destOrd="0" presId="urn:microsoft.com/office/officeart/2005/8/layout/cycle8"/>
    <dgm:cxn modelId="{3CD7A045-6528-4397-93C9-14DE2131AA6B}" type="presParOf" srcId="{BFA4476A-13C2-4F2A-8B38-908717475114}" destId="{449582D0-6384-4CAE-87A4-FD0BC55171CC}" srcOrd="5" destOrd="0" presId="urn:microsoft.com/office/officeart/2005/8/layout/cycle8"/>
    <dgm:cxn modelId="{7A272196-A942-4966-A600-5478350FB614}" type="presParOf" srcId="{BFA4476A-13C2-4F2A-8B38-908717475114}" destId="{2EFA8037-F18C-49E8-91D0-6D23FDAB0A87}" srcOrd="6" destOrd="0" presId="urn:microsoft.com/office/officeart/2005/8/layout/cycle8"/>
    <dgm:cxn modelId="{7241EEA6-35B5-417D-82D8-7AEB9430F1C5}" type="presParOf" srcId="{BFA4476A-13C2-4F2A-8B38-908717475114}" destId="{FD0E805A-6B88-4BE6-B1F3-BF0E4D95BF2E}" srcOrd="7" destOrd="0" presId="urn:microsoft.com/office/officeart/2005/8/layout/cycle8"/>
    <dgm:cxn modelId="{F0E4AA12-0534-4381-B3B6-8DB881F85245}" type="presParOf" srcId="{BFA4476A-13C2-4F2A-8B38-908717475114}" destId="{726888B8-276D-4FC4-BD75-2FA665A4BC35}" srcOrd="8" destOrd="0" presId="urn:microsoft.com/office/officeart/2005/8/layout/cycle8"/>
    <dgm:cxn modelId="{36D61203-00B9-477C-96B8-A211657BFC85}" type="presParOf" srcId="{BFA4476A-13C2-4F2A-8B38-908717475114}" destId="{3B027C73-F4B9-4724-9C0F-A8196120A746}" srcOrd="9" destOrd="0" presId="urn:microsoft.com/office/officeart/2005/8/layout/cycle8"/>
    <dgm:cxn modelId="{B05F2F5B-B142-433A-9DB0-4260C7191F2C}" type="presParOf" srcId="{BFA4476A-13C2-4F2A-8B38-908717475114}" destId="{EDB0D753-52EF-4E55-9DDB-DF756B8E3415}" srcOrd="10" destOrd="0" presId="urn:microsoft.com/office/officeart/2005/8/layout/cycle8"/>
    <dgm:cxn modelId="{0056F694-7610-4B9C-84A3-697B8F9714CC}" type="presParOf" srcId="{BFA4476A-13C2-4F2A-8B38-908717475114}" destId="{C6D775A4-5C15-4F3D-8613-C1BACCF0F9DD}" srcOrd="11" destOrd="0" presId="urn:microsoft.com/office/officeart/2005/8/layout/cycle8"/>
    <dgm:cxn modelId="{187F1E2A-D3AE-4DBA-9BC3-7FA70A9F5BB4}" type="presParOf" srcId="{BFA4476A-13C2-4F2A-8B38-908717475114}" destId="{66903D7E-7476-478C-A781-036A3A0B4839}" srcOrd="12" destOrd="0" presId="urn:microsoft.com/office/officeart/2005/8/layout/cycle8"/>
    <dgm:cxn modelId="{5B8E71A6-CE4E-42CC-A31E-441B8DBE5A8C}" type="presParOf" srcId="{BFA4476A-13C2-4F2A-8B38-908717475114}" destId="{AF7068E7-5EE4-41E6-BCD8-9EB69B40F41B}" srcOrd="13" destOrd="0" presId="urn:microsoft.com/office/officeart/2005/8/layout/cycle8"/>
    <dgm:cxn modelId="{6279B179-E4C9-40DF-87AD-A16F7D135632}" type="presParOf" srcId="{BFA4476A-13C2-4F2A-8B38-908717475114}" destId="{FFECA344-05EF-4004-85AB-15F853CB78E1}" srcOrd="14" destOrd="0" presId="urn:microsoft.com/office/officeart/2005/8/layout/cycle8"/>
    <dgm:cxn modelId="{5AF11DDB-70EA-432C-916D-EC22BFC4ABD7}" type="presParOf" srcId="{BFA4476A-13C2-4F2A-8B38-908717475114}" destId="{1575FD08-A289-4112-89B6-570ECDA69AF1}" srcOrd="15" destOrd="0" presId="urn:microsoft.com/office/officeart/2005/8/layout/cycle8"/>
    <dgm:cxn modelId="{C2F7C655-2A2F-4E10-9633-8314E5732BCA}" type="presParOf" srcId="{BFA4476A-13C2-4F2A-8B38-908717475114}" destId="{C89B7D5B-D421-4BB5-87C0-1F7C031EA60B}" srcOrd="16" destOrd="0" presId="urn:microsoft.com/office/officeart/2005/8/layout/cycle8"/>
    <dgm:cxn modelId="{70290CEF-33B9-46C7-8AEE-F54159C8C967}" type="presParOf" srcId="{BFA4476A-13C2-4F2A-8B38-908717475114}" destId="{303DC5DF-7083-444A-B779-D676E807308C}" srcOrd="17" destOrd="0" presId="urn:microsoft.com/office/officeart/2005/8/layout/cycle8"/>
    <dgm:cxn modelId="{D57F6B6B-7D33-404F-86CF-884F7A5D3965}" type="presParOf" srcId="{BFA4476A-13C2-4F2A-8B38-908717475114}" destId="{DDDEAB20-78A3-486E-A01D-54269E0B25ED}" srcOrd="18" destOrd="0" presId="urn:microsoft.com/office/officeart/2005/8/layout/cycle8"/>
    <dgm:cxn modelId="{8C725762-11FF-474D-B882-67169CD63F0A}" type="presParOf" srcId="{BFA4476A-13C2-4F2A-8B38-908717475114}" destId="{149D681D-D458-45D7-8358-43DBC344425A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401758-A16C-4563-8032-248810AB159B}" type="doc">
      <dgm:prSet loTypeId="urn:microsoft.com/office/officeart/2005/8/layout/cycle8" loCatId="cycle" qsTypeId="urn:microsoft.com/office/officeart/2005/8/quickstyle/simple2" qsCatId="simple" csTypeId="urn:microsoft.com/office/officeart/2005/8/colors/colorful3" csCatId="colorful" phldr="1"/>
      <dgm:spPr/>
    </dgm:pt>
    <dgm:pt modelId="{EA04EB9C-A6C5-45F8-8976-2DF10BD01BDC}">
      <dgm:prSet phldrT="[Texte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E095EEC3-AC98-46B0-A48C-A7E3420CC3AF}" type="parTrans" cxnId="{46F069D2-704D-432A-B1A6-73FBD5AFEEB9}">
      <dgm:prSet/>
      <dgm:spPr/>
      <dgm:t>
        <a:bodyPr/>
        <a:lstStyle/>
        <a:p>
          <a:endParaRPr lang="fr-FR"/>
        </a:p>
      </dgm:t>
    </dgm:pt>
    <dgm:pt modelId="{91B84A2B-A8BC-43DB-BD93-9E9F03FFE0A5}" type="sibTrans" cxnId="{46F069D2-704D-432A-B1A6-73FBD5AFEEB9}">
      <dgm:prSet/>
      <dgm:spPr/>
      <dgm:t>
        <a:bodyPr/>
        <a:lstStyle/>
        <a:p>
          <a:endParaRPr lang="fr-FR"/>
        </a:p>
      </dgm:t>
    </dgm:pt>
    <dgm:pt modelId="{47D5380C-8732-45E7-883F-A7F47386721D}">
      <dgm:prSet phldrT="[Texte]"/>
      <dgm:spPr/>
      <dgm:t>
        <a:bodyPr/>
        <a:lstStyle/>
        <a:p>
          <a:r>
            <a:rPr lang="fr-FR" dirty="0"/>
            <a:t> </a:t>
          </a:r>
        </a:p>
      </dgm:t>
    </dgm:pt>
    <dgm:pt modelId="{83814966-6471-4FE4-8C40-F39126E50DFC}" type="parTrans" cxnId="{5534F3A1-4AE2-4A03-BAF8-1C042D6A4B84}">
      <dgm:prSet/>
      <dgm:spPr/>
      <dgm:t>
        <a:bodyPr/>
        <a:lstStyle/>
        <a:p>
          <a:endParaRPr lang="fr-FR"/>
        </a:p>
      </dgm:t>
    </dgm:pt>
    <dgm:pt modelId="{458F3B57-E0F2-43B2-BAC7-CCC3D49A1D50}" type="sibTrans" cxnId="{5534F3A1-4AE2-4A03-BAF8-1C042D6A4B84}">
      <dgm:prSet/>
      <dgm:spPr/>
      <dgm:t>
        <a:bodyPr/>
        <a:lstStyle/>
        <a:p>
          <a:endParaRPr lang="fr-FR"/>
        </a:p>
      </dgm:t>
    </dgm:pt>
    <dgm:pt modelId="{2E679A86-24B6-4DB6-8FEB-F444E65019B4}">
      <dgm:prSet phldrT="[Texte]"/>
      <dgm:spPr>
        <a:solidFill>
          <a:schemeClr val="accent3"/>
        </a:solidFill>
      </dgm:spPr>
      <dgm:t>
        <a:bodyPr/>
        <a:lstStyle/>
        <a:p>
          <a:r>
            <a:rPr lang="fr-FR" dirty="0"/>
            <a:t> </a:t>
          </a:r>
        </a:p>
      </dgm:t>
    </dgm:pt>
    <dgm:pt modelId="{6C3E120B-ED80-4D5F-B114-B9762B05E529}" type="parTrans" cxnId="{AE3CD654-6B7F-430A-A3B2-DBCB4D851906}">
      <dgm:prSet/>
      <dgm:spPr/>
      <dgm:t>
        <a:bodyPr/>
        <a:lstStyle/>
        <a:p>
          <a:endParaRPr lang="fr-FR"/>
        </a:p>
      </dgm:t>
    </dgm:pt>
    <dgm:pt modelId="{DEC43C28-ABA7-4A54-8519-2A99A8E54204}" type="sibTrans" cxnId="{AE3CD654-6B7F-430A-A3B2-DBCB4D851906}">
      <dgm:prSet/>
      <dgm:spPr/>
      <dgm:t>
        <a:bodyPr/>
        <a:lstStyle/>
        <a:p>
          <a:endParaRPr lang="fr-FR"/>
        </a:p>
      </dgm:t>
    </dgm:pt>
    <dgm:pt modelId="{EBAA507B-51A2-4FAF-BED8-7FCC2EAB0000}">
      <dgm:prSet phldrT="[Texte]"/>
      <dgm:spPr/>
      <dgm:t>
        <a:bodyPr/>
        <a:lstStyle/>
        <a:p>
          <a:endParaRPr lang="fr-FR" dirty="0"/>
        </a:p>
      </dgm:t>
    </dgm:pt>
    <dgm:pt modelId="{0C99D1F5-68C8-4DF2-864A-160A6D212ACC}" type="parTrans" cxnId="{ED010408-B048-4F6B-B9D1-08B611881B7E}">
      <dgm:prSet/>
      <dgm:spPr/>
      <dgm:t>
        <a:bodyPr/>
        <a:lstStyle/>
        <a:p>
          <a:endParaRPr lang="fr-FR"/>
        </a:p>
      </dgm:t>
    </dgm:pt>
    <dgm:pt modelId="{ADA0AD83-C00F-4530-AF13-CCB45DEF05A8}" type="sibTrans" cxnId="{ED010408-B048-4F6B-B9D1-08B611881B7E}">
      <dgm:prSet/>
      <dgm:spPr/>
      <dgm:t>
        <a:bodyPr/>
        <a:lstStyle/>
        <a:p>
          <a:endParaRPr lang="fr-FR"/>
        </a:p>
      </dgm:t>
    </dgm:pt>
    <dgm:pt modelId="{BFA4476A-13C2-4F2A-8B38-908717475114}" type="pres">
      <dgm:prSet presAssocID="{A1401758-A16C-4563-8032-248810AB159B}" presName="compositeShape" presStyleCnt="0">
        <dgm:presLayoutVars>
          <dgm:chMax val="7"/>
          <dgm:dir/>
          <dgm:resizeHandles val="exact"/>
        </dgm:presLayoutVars>
      </dgm:prSet>
      <dgm:spPr/>
    </dgm:pt>
    <dgm:pt modelId="{0520CC22-259C-4B18-9DD5-11AD5748B827}" type="pres">
      <dgm:prSet presAssocID="{A1401758-A16C-4563-8032-248810AB159B}" presName="wedge1" presStyleLbl="node1" presStyleIdx="0" presStyleCnt="4"/>
      <dgm:spPr/>
    </dgm:pt>
    <dgm:pt modelId="{5EEBA176-C23A-4BB7-A01E-3831E9925E95}" type="pres">
      <dgm:prSet presAssocID="{A1401758-A16C-4563-8032-248810AB159B}" presName="dummy1a" presStyleCnt="0"/>
      <dgm:spPr/>
    </dgm:pt>
    <dgm:pt modelId="{4F036EE2-9AD0-4629-BDD7-4F7817339E6E}" type="pres">
      <dgm:prSet presAssocID="{A1401758-A16C-4563-8032-248810AB159B}" presName="dummy1b" presStyleCnt="0"/>
      <dgm:spPr/>
    </dgm:pt>
    <dgm:pt modelId="{4D4382BB-115E-4EF8-8DF3-CF97C722024D}" type="pres">
      <dgm:prSet presAssocID="{A1401758-A16C-4563-8032-248810AB159B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CE641F2-D3B3-4904-B9CC-3801BE9ABF59}" type="pres">
      <dgm:prSet presAssocID="{A1401758-A16C-4563-8032-248810AB159B}" presName="wedge2" presStyleLbl="node1" presStyleIdx="1" presStyleCnt="4"/>
      <dgm:spPr/>
    </dgm:pt>
    <dgm:pt modelId="{449582D0-6384-4CAE-87A4-FD0BC55171CC}" type="pres">
      <dgm:prSet presAssocID="{A1401758-A16C-4563-8032-248810AB159B}" presName="dummy2a" presStyleCnt="0"/>
      <dgm:spPr/>
    </dgm:pt>
    <dgm:pt modelId="{2EFA8037-F18C-49E8-91D0-6D23FDAB0A87}" type="pres">
      <dgm:prSet presAssocID="{A1401758-A16C-4563-8032-248810AB159B}" presName="dummy2b" presStyleCnt="0"/>
      <dgm:spPr/>
    </dgm:pt>
    <dgm:pt modelId="{FD0E805A-6B88-4BE6-B1F3-BF0E4D95BF2E}" type="pres">
      <dgm:prSet presAssocID="{A1401758-A16C-4563-8032-248810AB159B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26888B8-276D-4FC4-BD75-2FA665A4BC35}" type="pres">
      <dgm:prSet presAssocID="{A1401758-A16C-4563-8032-248810AB159B}" presName="wedge3" presStyleLbl="node1" presStyleIdx="2" presStyleCnt="4"/>
      <dgm:spPr/>
    </dgm:pt>
    <dgm:pt modelId="{3B027C73-F4B9-4724-9C0F-A8196120A746}" type="pres">
      <dgm:prSet presAssocID="{A1401758-A16C-4563-8032-248810AB159B}" presName="dummy3a" presStyleCnt="0"/>
      <dgm:spPr/>
    </dgm:pt>
    <dgm:pt modelId="{EDB0D753-52EF-4E55-9DDB-DF756B8E3415}" type="pres">
      <dgm:prSet presAssocID="{A1401758-A16C-4563-8032-248810AB159B}" presName="dummy3b" presStyleCnt="0"/>
      <dgm:spPr/>
    </dgm:pt>
    <dgm:pt modelId="{C6D775A4-5C15-4F3D-8613-C1BACCF0F9DD}" type="pres">
      <dgm:prSet presAssocID="{A1401758-A16C-4563-8032-248810AB159B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6903D7E-7476-478C-A781-036A3A0B4839}" type="pres">
      <dgm:prSet presAssocID="{A1401758-A16C-4563-8032-248810AB159B}" presName="wedge4" presStyleLbl="node1" presStyleIdx="3" presStyleCnt="4"/>
      <dgm:spPr/>
    </dgm:pt>
    <dgm:pt modelId="{AF7068E7-5EE4-41E6-BCD8-9EB69B40F41B}" type="pres">
      <dgm:prSet presAssocID="{A1401758-A16C-4563-8032-248810AB159B}" presName="dummy4a" presStyleCnt="0"/>
      <dgm:spPr/>
    </dgm:pt>
    <dgm:pt modelId="{FFECA344-05EF-4004-85AB-15F853CB78E1}" type="pres">
      <dgm:prSet presAssocID="{A1401758-A16C-4563-8032-248810AB159B}" presName="dummy4b" presStyleCnt="0"/>
      <dgm:spPr/>
    </dgm:pt>
    <dgm:pt modelId="{1575FD08-A289-4112-89B6-570ECDA69AF1}" type="pres">
      <dgm:prSet presAssocID="{A1401758-A16C-4563-8032-248810AB159B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89B7D5B-D421-4BB5-87C0-1F7C031EA60B}" type="pres">
      <dgm:prSet presAssocID="{91B84A2B-A8BC-43DB-BD93-9E9F03FFE0A5}" presName="arrowWedge1" presStyleLbl="fgSibTrans2D1" presStyleIdx="0" presStyleCnt="4"/>
      <dgm:spPr>
        <a:solidFill>
          <a:schemeClr val="accent3">
            <a:lumMod val="60000"/>
            <a:lumOff val="40000"/>
          </a:schemeClr>
        </a:solidFill>
      </dgm:spPr>
    </dgm:pt>
    <dgm:pt modelId="{303DC5DF-7083-444A-B779-D676E807308C}" type="pres">
      <dgm:prSet presAssocID="{458F3B57-E0F2-43B2-BAC7-CCC3D49A1D50}" presName="arrowWedge2" presStyleLbl="fgSibTrans2D1" presStyleIdx="1" presStyleCnt="4"/>
      <dgm:spPr/>
    </dgm:pt>
    <dgm:pt modelId="{DDDEAB20-78A3-486E-A01D-54269E0B25ED}" type="pres">
      <dgm:prSet presAssocID="{DEC43C28-ABA7-4A54-8519-2A99A8E54204}" presName="arrowWedge3" presStyleLbl="fgSibTrans2D1" presStyleIdx="2" presStyleCnt="4" custLinFactNeighborX="-1920" custLinFactNeighborY="-39"/>
      <dgm:spPr>
        <a:solidFill>
          <a:schemeClr val="accent3"/>
        </a:solidFill>
      </dgm:spPr>
    </dgm:pt>
    <dgm:pt modelId="{149D681D-D458-45D7-8358-43DBC344425A}" type="pres">
      <dgm:prSet presAssocID="{ADA0AD83-C00F-4530-AF13-CCB45DEF05A8}" presName="arrowWedge4" presStyleLbl="fgSibTrans2D1" presStyleIdx="3" presStyleCnt="4"/>
      <dgm:spPr/>
    </dgm:pt>
  </dgm:ptLst>
  <dgm:cxnLst>
    <dgm:cxn modelId="{ED010408-B048-4F6B-B9D1-08B611881B7E}" srcId="{A1401758-A16C-4563-8032-248810AB159B}" destId="{EBAA507B-51A2-4FAF-BED8-7FCC2EAB0000}" srcOrd="3" destOrd="0" parTransId="{0C99D1F5-68C8-4DF2-864A-160A6D212ACC}" sibTransId="{ADA0AD83-C00F-4530-AF13-CCB45DEF05A8}"/>
    <dgm:cxn modelId="{6AB6BB09-8C63-4F63-B5F5-1B419D7D9A58}" type="presOf" srcId="{2E679A86-24B6-4DB6-8FEB-F444E65019B4}" destId="{C6D775A4-5C15-4F3D-8613-C1BACCF0F9DD}" srcOrd="1" destOrd="0" presId="urn:microsoft.com/office/officeart/2005/8/layout/cycle8"/>
    <dgm:cxn modelId="{D417A512-1416-4E2B-AB9A-A7C23788A884}" type="presOf" srcId="{2E679A86-24B6-4DB6-8FEB-F444E65019B4}" destId="{726888B8-276D-4FC4-BD75-2FA665A4BC35}" srcOrd="0" destOrd="0" presId="urn:microsoft.com/office/officeart/2005/8/layout/cycle8"/>
    <dgm:cxn modelId="{E903975B-3234-4B91-AA2A-419F75538BB1}" type="presOf" srcId="{EBAA507B-51A2-4FAF-BED8-7FCC2EAB0000}" destId="{66903D7E-7476-478C-A781-036A3A0B4839}" srcOrd="0" destOrd="0" presId="urn:microsoft.com/office/officeart/2005/8/layout/cycle8"/>
    <dgm:cxn modelId="{AF7C7342-C991-4369-A413-DD12554968E0}" type="presOf" srcId="{EBAA507B-51A2-4FAF-BED8-7FCC2EAB0000}" destId="{1575FD08-A289-4112-89B6-570ECDA69AF1}" srcOrd="1" destOrd="0" presId="urn:microsoft.com/office/officeart/2005/8/layout/cycle8"/>
    <dgm:cxn modelId="{67288D46-16AA-4F3B-A8CA-D42098D52F5D}" type="presOf" srcId="{47D5380C-8732-45E7-883F-A7F47386721D}" destId="{7CE641F2-D3B3-4904-B9CC-3801BE9ABF59}" srcOrd="0" destOrd="0" presId="urn:microsoft.com/office/officeart/2005/8/layout/cycle8"/>
    <dgm:cxn modelId="{AE3CD654-6B7F-430A-A3B2-DBCB4D851906}" srcId="{A1401758-A16C-4563-8032-248810AB159B}" destId="{2E679A86-24B6-4DB6-8FEB-F444E65019B4}" srcOrd="2" destOrd="0" parTransId="{6C3E120B-ED80-4D5F-B114-B9762B05E529}" sibTransId="{DEC43C28-ABA7-4A54-8519-2A99A8E54204}"/>
    <dgm:cxn modelId="{25D8AD8F-C775-419A-BD07-7B43889DAD80}" type="presOf" srcId="{A1401758-A16C-4563-8032-248810AB159B}" destId="{BFA4476A-13C2-4F2A-8B38-908717475114}" srcOrd="0" destOrd="0" presId="urn:microsoft.com/office/officeart/2005/8/layout/cycle8"/>
    <dgm:cxn modelId="{5534F3A1-4AE2-4A03-BAF8-1C042D6A4B84}" srcId="{A1401758-A16C-4563-8032-248810AB159B}" destId="{47D5380C-8732-45E7-883F-A7F47386721D}" srcOrd="1" destOrd="0" parTransId="{83814966-6471-4FE4-8C40-F39126E50DFC}" sibTransId="{458F3B57-E0F2-43B2-BAC7-CCC3D49A1D50}"/>
    <dgm:cxn modelId="{65DB83CA-5095-445B-BA40-A76BBB93EDA0}" type="presOf" srcId="{EA04EB9C-A6C5-45F8-8976-2DF10BD01BDC}" destId="{4D4382BB-115E-4EF8-8DF3-CF97C722024D}" srcOrd="1" destOrd="0" presId="urn:microsoft.com/office/officeart/2005/8/layout/cycle8"/>
    <dgm:cxn modelId="{46F069D2-704D-432A-B1A6-73FBD5AFEEB9}" srcId="{A1401758-A16C-4563-8032-248810AB159B}" destId="{EA04EB9C-A6C5-45F8-8976-2DF10BD01BDC}" srcOrd="0" destOrd="0" parTransId="{E095EEC3-AC98-46B0-A48C-A7E3420CC3AF}" sibTransId="{91B84A2B-A8BC-43DB-BD93-9E9F03FFE0A5}"/>
    <dgm:cxn modelId="{B313C6F0-8953-4FF5-8B34-EBF7C81F7B36}" type="presOf" srcId="{EA04EB9C-A6C5-45F8-8976-2DF10BD01BDC}" destId="{0520CC22-259C-4B18-9DD5-11AD5748B827}" srcOrd="0" destOrd="0" presId="urn:microsoft.com/office/officeart/2005/8/layout/cycle8"/>
    <dgm:cxn modelId="{BCACE1F4-7C73-4FD2-9E85-2EFE436EE991}" type="presOf" srcId="{47D5380C-8732-45E7-883F-A7F47386721D}" destId="{FD0E805A-6B88-4BE6-B1F3-BF0E4D95BF2E}" srcOrd="1" destOrd="0" presId="urn:microsoft.com/office/officeart/2005/8/layout/cycle8"/>
    <dgm:cxn modelId="{2179DDA9-6B18-4CB1-9766-8E66E49EDF4C}" type="presParOf" srcId="{BFA4476A-13C2-4F2A-8B38-908717475114}" destId="{0520CC22-259C-4B18-9DD5-11AD5748B827}" srcOrd="0" destOrd="0" presId="urn:microsoft.com/office/officeart/2005/8/layout/cycle8"/>
    <dgm:cxn modelId="{A7C471BE-59EF-4798-BB24-45492C462BD7}" type="presParOf" srcId="{BFA4476A-13C2-4F2A-8B38-908717475114}" destId="{5EEBA176-C23A-4BB7-A01E-3831E9925E95}" srcOrd="1" destOrd="0" presId="urn:microsoft.com/office/officeart/2005/8/layout/cycle8"/>
    <dgm:cxn modelId="{E5EC40D9-E093-4CD2-9B61-211C5CD663ED}" type="presParOf" srcId="{BFA4476A-13C2-4F2A-8B38-908717475114}" destId="{4F036EE2-9AD0-4629-BDD7-4F7817339E6E}" srcOrd="2" destOrd="0" presId="urn:microsoft.com/office/officeart/2005/8/layout/cycle8"/>
    <dgm:cxn modelId="{88CC93D0-9DD7-4645-AE06-AA99D481BEE3}" type="presParOf" srcId="{BFA4476A-13C2-4F2A-8B38-908717475114}" destId="{4D4382BB-115E-4EF8-8DF3-CF97C722024D}" srcOrd="3" destOrd="0" presId="urn:microsoft.com/office/officeart/2005/8/layout/cycle8"/>
    <dgm:cxn modelId="{CA138A41-53EB-4B4B-8233-727BCAE43259}" type="presParOf" srcId="{BFA4476A-13C2-4F2A-8B38-908717475114}" destId="{7CE641F2-D3B3-4904-B9CC-3801BE9ABF59}" srcOrd="4" destOrd="0" presId="urn:microsoft.com/office/officeart/2005/8/layout/cycle8"/>
    <dgm:cxn modelId="{3CD7A045-6528-4397-93C9-14DE2131AA6B}" type="presParOf" srcId="{BFA4476A-13C2-4F2A-8B38-908717475114}" destId="{449582D0-6384-4CAE-87A4-FD0BC55171CC}" srcOrd="5" destOrd="0" presId="urn:microsoft.com/office/officeart/2005/8/layout/cycle8"/>
    <dgm:cxn modelId="{7A272196-A942-4966-A600-5478350FB614}" type="presParOf" srcId="{BFA4476A-13C2-4F2A-8B38-908717475114}" destId="{2EFA8037-F18C-49E8-91D0-6D23FDAB0A87}" srcOrd="6" destOrd="0" presId="urn:microsoft.com/office/officeart/2005/8/layout/cycle8"/>
    <dgm:cxn modelId="{7241EEA6-35B5-417D-82D8-7AEB9430F1C5}" type="presParOf" srcId="{BFA4476A-13C2-4F2A-8B38-908717475114}" destId="{FD0E805A-6B88-4BE6-B1F3-BF0E4D95BF2E}" srcOrd="7" destOrd="0" presId="urn:microsoft.com/office/officeart/2005/8/layout/cycle8"/>
    <dgm:cxn modelId="{F0E4AA12-0534-4381-B3B6-8DB881F85245}" type="presParOf" srcId="{BFA4476A-13C2-4F2A-8B38-908717475114}" destId="{726888B8-276D-4FC4-BD75-2FA665A4BC35}" srcOrd="8" destOrd="0" presId="urn:microsoft.com/office/officeart/2005/8/layout/cycle8"/>
    <dgm:cxn modelId="{36D61203-00B9-477C-96B8-A211657BFC85}" type="presParOf" srcId="{BFA4476A-13C2-4F2A-8B38-908717475114}" destId="{3B027C73-F4B9-4724-9C0F-A8196120A746}" srcOrd="9" destOrd="0" presId="urn:microsoft.com/office/officeart/2005/8/layout/cycle8"/>
    <dgm:cxn modelId="{B05F2F5B-B142-433A-9DB0-4260C7191F2C}" type="presParOf" srcId="{BFA4476A-13C2-4F2A-8B38-908717475114}" destId="{EDB0D753-52EF-4E55-9DDB-DF756B8E3415}" srcOrd="10" destOrd="0" presId="urn:microsoft.com/office/officeart/2005/8/layout/cycle8"/>
    <dgm:cxn modelId="{0056F694-7610-4B9C-84A3-697B8F9714CC}" type="presParOf" srcId="{BFA4476A-13C2-4F2A-8B38-908717475114}" destId="{C6D775A4-5C15-4F3D-8613-C1BACCF0F9DD}" srcOrd="11" destOrd="0" presId="urn:microsoft.com/office/officeart/2005/8/layout/cycle8"/>
    <dgm:cxn modelId="{187F1E2A-D3AE-4DBA-9BC3-7FA70A9F5BB4}" type="presParOf" srcId="{BFA4476A-13C2-4F2A-8B38-908717475114}" destId="{66903D7E-7476-478C-A781-036A3A0B4839}" srcOrd="12" destOrd="0" presId="urn:microsoft.com/office/officeart/2005/8/layout/cycle8"/>
    <dgm:cxn modelId="{5B8E71A6-CE4E-42CC-A31E-441B8DBE5A8C}" type="presParOf" srcId="{BFA4476A-13C2-4F2A-8B38-908717475114}" destId="{AF7068E7-5EE4-41E6-BCD8-9EB69B40F41B}" srcOrd="13" destOrd="0" presId="urn:microsoft.com/office/officeart/2005/8/layout/cycle8"/>
    <dgm:cxn modelId="{6279B179-E4C9-40DF-87AD-A16F7D135632}" type="presParOf" srcId="{BFA4476A-13C2-4F2A-8B38-908717475114}" destId="{FFECA344-05EF-4004-85AB-15F853CB78E1}" srcOrd="14" destOrd="0" presId="urn:microsoft.com/office/officeart/2005/8/layout/cycle8"/>
    <dgm:cxn modelId="{5AF11DDB-70EA-432C-916D-EC22BFC4ABD7}" type="presParOf" srcId="{BFA4476A-13C2-4F2A-8B38-908717475114}" destId="{1575FD08-A289-4112-89B6-570ECDA69AF1}" srcOrd="15" destOrd="0" presId="urn:microsoft.com/office/officeart/2005/8/layout/cycle8"/>
    <dgm:cxn modelId="{C2F7C655-2A2F-4E10-9633-8314E5732BCA}" type="presParOf" srcId="{BFA4476A-13C2-4F2A-8B38-908717475114}" destId="{C89B7D5B-D421-4BB5-87C0-1F7C031EA60B}" srcOrd="16" destOrd="0" presId="urn:microsoft.com/office/officeart/2005/8/layout/cycle8"/>
    <dgm:cxn modelId="{70290CEF-33B9-46C7-8AEE-F54159C8C967}" type="presParOf" srcId="{BFA4476A-13C2-4F2A-8B38-908717475114}" destId="{303DC5DF-7083-444A-B779-D676E807308C}" srcOrd="17" destOrd="0" presId="urn:microsoft.com/office/officeart/2005/8/layout/cycle8"/>
    <dgm:cxn modelId="{D57F6B6B-7D33-404F-86CF-884F7A5D3965}" type="presParOf" srcId="{BFA4476A-13C2-4F2A-8B38-908717475114}" destId="{DDDEAB20-78A3-486E-A01D-54269E0B25ED}" srcOrd="18" destOrd="0" presId="urn:microsoft.com/office/officeart/2005/8/layout/cycle8"/>
    <dgm:cxn modelId="{8C725762-11FF-474D-B882-67169CD63F0A}" type="presParOf" srcId="{BFA4476A-13C2-4F2A-8B38-908717475114}" destId="{149D681D-D458-45D7-8358-43DBC344425A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0CC22-259C-4B18-9DD5-11AD5748B827}">
      <dsp:nvSpPr>
        <dsp:cNvPr id="0" name=""/>
        <dsp:cNvSpPr/>
      </dsp:nvSpPr>
      <dsp:spPr>
        <a:xfrm>
          <a:off x="178825" y="15485"/>
          <a:ext cx="426820" cy="426820"/>
        </a:xfrm>
        <a:prstGeom prst="pie">
          <a:avLst>
            <a:gd name="adj1" fmla="val 16200000"/>
            <a:gd name="adj2" fmla="val 0"/>
          </a:avLst>
        </a:prstGeom>
        <a:solidFill>
          <a:schemeClr val="accent3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103948"/>
        <a:ext cx="157517" cy="116867"/>
      </dsp:txXfrm>
    </dsp:sp>
    <dsp:sp modelId="{7CE641F2-D3B3-4904-B9CC-3801BE9ABF59}">
      <dsp:nvSpPr>
        <dsp:cNvPr id="0" name=""/>
        <dsp:cNvSpPr/>
      </dsp:nvSpPr>
      <dsp:spPr>
        <a:xfrm>
          <a:off x="178825" y="29814"/>
          <a:ext cx="426820" cy="426820"/>
        </a:xfrm>
        <a:prstGeom prst="pie">
          <a:avLst>
            <a:gd name="adj1" fmla="val 0"/>
            <a:gd name="adj2" fmla="val 5400000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251303"/>
        <a:ext cx="157517" cy="116867"/>
      </dsp:txXfrm>
    </dsp:sp>
    <dsp:sp modelId="{726888B8-276D-4FC4-BD75-2FA665A4BC35}">
      <dsp:nvSpPr>
        <dsp:cNvPr id="0" name=""/>
        <dsp:cNvSpPr/>
      </dsp:nvSpPr>
      <dsp:spPr>
        <a:xfrm>
          <a:off x="164496" y="29814"/>
          <a:ext cx="426820" cy="426820"/>
        </a:xfrm>
        <a:prstGeom prst="pie">
          <a:avLst>
            <a:gd name="adj1" fmla="val 5400000"/>
            <a:gd name="adj2" fmla="val 10800000"/>
          </a:avLst>
        </a:prstGeom>
        <a:solidFill>
          <a:schemeClr val="accent3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207229" y="251303"/>
        <a:ext cx="157517" cy="116867"/>
      </dsp:txXfrm>
    </dsp:sp>
    <dsp:sp modelId="{66903D7E-7476-478C-A781-036A3A0B4839}">
      <dsp:nvSpPr>
        <dsp:cNvPr id="0" name=""/>
        <dsp:cNvSpPr/>
      </dsp:nvSpPr>
      <dsp:spPr>
        <a:xfrm>
          <a:off x="164496" y="15485"/>
          <a:ext cx="426820" cy="426820"/>
        </a:xfrm>
        <a:prstGeom prst="pie">
          <a:avLst>
            <a:gd name="adj1" fmla="val 10800000"/>
            <a:gd name="adj2" fmla="val 16200000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 dirty="0"/>
        </a:p>
      </dsp:txBody>
      <dsp:txXfrm>
        <a:off x="207229" y="103948"/>
        <a:ext cx="157517" cy="116867"/>
      </dsp:txXfrm>
    </dsp:sp>
    <dsp:sp modelId="{C89B7D5B-D421-4BB5-87C0-1F7C031EA60B}">
      <dsp:nvSpPr>
        <dsp:cNvPr id="0" name=""/>
        <dsp:cNvSpPr/>
      </dsp:nvSpPr>
      <dsp:spPr>
        <a:xfrm>
          <a:off x="152402" y="-10937"/>
          <a:ext cx="479665" cy="479665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3DC5DF-7083-444A-B779-D676E807308C}">
      <dsp:nvSpPr>
        <dsp:cNvPr id="0" name=""/>
        <dsp:cNvSpPr/>
      </dsp:nvSpPr>
      <dsp:spPr>
        <a:xfrm>
          <a:off x="152402" y="3391"/>
          <a:ext cx="479665" cy="479665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DEAB20-78A3-486E-A01D-54269E0B25ED}">
      <dsp:nvSpPr>
        <dsp:cNvPr id="0" name=""/>
        <dsp:cNvSpPr/>
      </dsp:nvSpPr>
      <dsp:spPr>
        <a:xfrm>
          <a:off x="128864" y="3204"/>
          <a:ext cx="479665" cy="479665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3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9D681D-D458-45D7-8358-43DBC344425A}">
      <dsp:nvSpPr>
        <dsp:cNvPr id="0" name=""/>
        <dsp:cNvSpPr/>
      </dsp:nvSpPr>
      <dsp:spPr>
        <a:xfrm>
          <a:off x="138073" y="-10937"/>
          <a:ext cx="479665" cy="479665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0CC22-259C-4B18-9DD5-11AD5748B827}">
      <dsp:nvSpPr>
        <dsp:cNvPr id="0" name=""/>
        <dsp:cNvSpPr/>
      </dsp:nvSpPr>
      <dsp:spPr>
        <a:xfrm>
          <a:off x="178825" y="15485"/>
          <a:ext cx="426820" cy="426820"/>
        </a:xfrm>
        <a:prstGeom prst="pie">
          <a:avLst>
            <a:gd name="adj1" fmla="val 16200000"/>
            <a:gd name="adj2" fmla="val 0"/>
          </a:avLst>
        </a:prstGeom>
        <a:solidFill>
          <a:schemeClr val="accent3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103948"/>
        <a:ext cx="157517" cy="116867"/>
      </dsp:txXfrm>
    </dsp:sp>
    <dsp:sp modelId="{7CE641F2-D3B3-4904-B9CC-3801BE9ABF59}">
      <dsp:nvSpPr>
        <dsp:cNvPr id="0" name=""/>
        <dsp:cNvSpPr/>
      </dsp:nvSpPr>
      <dsp:spPr>
        <a:xfrm>
          <a:off x="178825" y="29814"/>
          <a:ext cx="426820" cy="426820"/>
        </a:xfrm>
        <a:prstGeom prst="pie">
          <a:avLst>
            <a:gd name="adj1" fmla="val 0"/>
            <a:gd name="adj2" fmla="val 5400000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251303"/>
        <a:ext cx="157517" cy="116867"/>
      </dsp:txXfrm>
    </dsp:sp>
    <dsp:sp modelId="{726888B8-276D-4FC4-BD75-2FA665A4BC35}">
      <dsp:nvSpPr>
        <dsp:cNvPr id="0" name=""/>
        <dsp:cNvSpPr/>
      </dsp:nvSpPr>
      <dsp:spPr>
        <a:xfrm>
          <a:off x="164496" y="29814"/>
          <a:ext cx="426820" cy="426820"/>
        </a:xfrm>
        <a:prstGeom prst="pie">
          <a:avLst>
            <a:gd name="adj1" fmla="val 5400000"/>
            <a:gd name="adj2" fmla="val 10800000"/>
          </a:avLst>
        </a:prstGeom>
        <a:solidFill>
          <a:schemeClr val="accent3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207229" y="251303"/>
        <a:ext cx="157517" cy="116867"/>
      </dsp:txXfrm>
    </dsp:sp>
    <dsp:sp modelId="{66903D7E-7476-478C-A781-036A3A0B4839}">
      <dsp:nvSpPr>
        <dsp:cNvPr id="0" name=""/>
        <dsp:cNvSpPr/>
      </dsp:nvSpPr>
      <dsp:spPr>
        <a:xfrm>
          <a:off x="164496" y="15485"/>
          <a:ext cx="426820" cy="426820"/>
        </a:xfrm>
        <a:prstGeom prst="pie">
          <a:avLst>
            <a:gd name="adj1" fmla="val 10800000"/>
            <a:gd name="adj2" fmla="val 16200000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 dirty="0"/>
        </a:p>
      </dsp:txBody>
      <dsp:txXfrm>
        <a:off x="207229" y="103948"/>
        <a:ext cx="157517" cy="116867"/>
      </dsp:txXfrm>
    </dsp:sp>
    <dsp:sp modelId="{C89B7D5B-D421-4BB5-87C0-1F7C031EA60B}">
      <dsp:nvSpPr>
        <dsp:cNvPr id="0" name=""/>
        <dsp:cNvSpPr/>
      </dsp:nvSpPr>
      <dsp:spPr>
        <a:xfrm>
          <a:off x="152402" y="-10937"/>
          <a:ext cx="479665" cy="479665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3DC5DF-7083-444A-B779-D676E807308C}">
      <dsp:nvSpPr>
        <dsp:cNvPr id="0" name=""/>
        <dsp:cNvSpPr/>
      </dsp:nvSpPr>
      <dsp:spPr>
        <a:xfrm>
          <a:off x="152402" y="3391"/>
          <a:ext cx="479665" cy="479665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DEAB20-78A3-486E-A01D-54269E0B25ED}">
      <dsp:nvSpPr>
        <dsp:cNvPr id="0" name=""/>
        <dsp:cNvSpPr/>
      </dsp:nvSpPr>
      <dsp:spPr>
        <a:xfrm>
          <a:off x="128864" y="3204"/>
          <a:ext cx="479665" cy="479665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3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9D681D-D458-45D7-8358-43DBC344425A}">
      <dsp:nvSpPr>
        <dsp:cNvPr id="0" name=""/>
        <dsp:cNvSpPr/>
      </dsp:nvSpPr>
      <dsp:spPr>
        <a:xfrm>
          <a:off x="138073" y="-10937"/>
          <a:ext cx="479665" cy="479665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0CC22-259C-4B18-9DD5-11AD5748B827}">
      <dsp:nvSpPr>
        <dsp:cNvPr id="0" name=""/>
        <dsp:cNvSpPr/>
      </dsp:nvSpPr>
      <dsp:spPr>
        <a:xfrm>
          <a:off x="178825" y="15485"/>
          <a:ext cx="426820" cy="426820"/>
        </a:xfrm>
        <a:prstGeom prst="pie">
          <a:avLst>
            <a:gd name="adj1" fmla="val 16200000"/>
            <a:gd name="adj2" fmla="val 0"/>
          </a:avLst>
        </a:prstGeom>
        <a:solidFill>
          <a:schemeClr val="accent3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103948"/>
        <a:ext cx="157517" cy="116867"/>
      </dsp:txXfrm>
    </dsp:sp>
    <dsp:sp modelId="{7CE641F2-D3B3-4904-B9CC-3801BE9ABF59}">
      <dsp:nvSpPr>
        <dsp:cNvPr id="0" name=""/>
        <dsp:cNvSpPr/>
      </dsp:nvSpPr>
      <dsp:spPr>
        <a:xfrm>
          <a:off x="178825" y="29814"/>
          <a:ext cx="426820" cy="426820"/>
        </a:xfrm>
        <a:prstGeom prst="pie">
          <a:avLst>
            <a:gd name="adj1" fmla="val 0"/>
            <a:gd name="adj2" fmla="val 5400000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251303"/>
        <a:ext cx="157517" cy="116867"/>
      </dsp:txXfrm>
    </dsp:sp>
    <dsp:sp modelId="{726888B8-276D-4FC4-BD75-2FA665A4BC35}">
      <dsp:nvSpPr>
        <dsp:cNvPr id="0" name=""/>
        <dsp:cNvSpPr/>
      </dsp:nvSpPr>
      <dsp:spPr>
        <a:xfrm>
          <a:off x="164496" y="29814"/>
          <a:ext cx="426820" cy="426820"/>
        </a:xfrm>
        <a:prstGeom prst="pie">
          <a:avLst>
            <a:gd name="adj1" fmla="val 5400000"/>
            <a:gd name="adj2" fmla="val 10800000"/>
          </a:avLst>
        </a:prstGeom>
        <a:solidFill>
          <a:schemeClr val="accent3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207229" y="251303"/>
        <a:ext cx="157517" cy="116867"/>
      </dsp:txXfrm>
    </dsp:sp>
    <dsp:sp modelId="{66903D7E-7476-478C-A781-036A3A0B4839}">
      <dsp:nvSpPr>
        <dsp:cNvPr id="0" name=""/>
        <dsp:cNvSpPr/>
      </dsp:nvSpPr>
      <dsp:spPr>
        <a:xfrm>
          <a:off x="164496" y="15485"/>
          <a:ext cx="426820" cy="426820"/>
        </a:xfrm>
        <a:prstGeom prst="pie">
          <a:avLst>
            <a:gd name="adj1" fmla="val 10800000"/>
            <a:gd name="adj2" fmla="val 16200000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 dirty="0"/>
        </a:p>
      </dsp:txBody>
      <dsp:txXfrm>
        <a:off x="207229" y="103948"/>
        <a:ext cx="157517" cy="116867"/>
      </dsp:txXfrm>
    </dsp:sp>
    <dsp:sp modelId="{C89B7D5B-D421-4BB5-87C0-1F7C031EA60B}">
      <dsp:nvSpPr>
        <dsp:cNvPr id="0" name=""/>
        <dsp:cNvSpPr/>
      </dsp:nvSpPr>
      <dsp:spPr>
        <a:xfrm>
          <a:off x="152402" y="-10937"/>
          <a:ext cx="479665" cy="479665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3DC5DF-7083-444A-B779-D676E807308C}">
      <dsp:nvSpPr>
        <dsp:cNvPr id="0" name=""/>
        <dsp:cNvSpPr/>
      </dsp:nvSpPr>
      <dsp:spPr>
        <a:xfrm>
          <a:off x="152402" y="3391"/>
          <a:ext cx="479665" cy="479665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DEAB20-78A3-486E-A01D-54269E0B25ED}">
      <dsp:nvSpPr>
        <dsp:cNvPr id="0" name=""/>
        <dsp:cNvSpPr/>
      </dsp:nvSpPr>
      <dsp:spPr>
        <a:xfrm>
          <a:off x="128864" y="3204"/>
          <a:ext cx="479665" cy="479665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3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9D681D-D458-45D7-8358-43DBC344425A}">
      <dsp:nvSpPr>
        <dsp:cNvPr id="0" name=""/>
        <dsp:cNvSpPr/>
      </dsp:nvSpPr>
      <dsp:spPr>
        <a:xfrm>
          <a:off x="138073" y="-10937"/>
          <a:ext cx="479665" cy="479665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0CC22-259C-4B18-9DD5-11AD5748B827}">
      <dsp:nvSpPr>
        <dsp:cNvPr id="0" name=""/>
        <dsp:cNvSpPr/>
      </dsp:nvSpPr>
      <dsp:spPr>
        <a:xfrm>
          <a:off x="178825" y="15485"/>
          <a:ext cx="426820" cy="426820"/>
        </a:xfrm>
        <a:prstGeom prst="pie">
          <a:avLst>
            <a:gd name="adj1" fmla="val 16200000"/>
            <a:gd name="adj2" fmla="val 0"/>
          </a:avLst>
        </a:prstGeom>
        <a:solidFill>
          <a:schemeClr val="accent3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103948"/>
        <a:ext cx="157517" cy="116867"/>
      </dsp:txXfrm>
    </dsp:sp>
    <dsp:sp modelId="{7CE641F2-D3B3-4904-B9CC-3801BE9ABF59}">
      <dsp:nvSpPr>
        <dsp:cNvPr id="0" name=""/>
        <dsp:cNvSpPr/>
      </dsp:nvSpPr>
      <dsp:spPr>
        <a:xfrm>
          <a:off x="178825" y="29814"/>
          <a:ext cx="426820" cy="426820"/>
        </a:xfrm>
        <a:prstGeom prst="pie">
          <a:avLst>
            <a:gd name="adj1" fmla="val 0"/>
            <a:gd name="adj2" fmla="val 5400000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251303"/>
        <a:ext cx="157517" cy="116867"/>
      </dsp:txXfrm>
    </dsp:sp>
    <dsp:sp modelId="{726888B8-276D-4FC4-BD75-2FA665A4BC35}">
      <dsp:nvSpPr>
        <dsp:cNvPr id="0" name=""/>
        <dsp:cNvSpPr/>
      </dsp:nvSpPr>
      <dsp:spPr>
        <a:xfrm>
          <a:off x="164496" y="29814"/>
          <a:ext cx="426820" cy="426820"/>
        </a:xfrm>
        <a:prstGeom prst="pie">
          <a:avLst>
            <a:gd name="adj1" fmla="val 5400000"/>
            <a:gd name="adj2" fmla="val 10800000"/>
          </a:avLst>
        </a:prstGeom>
        <a:solidFill>
          <a:schemeClr val="accent3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207229" y="251303"/>
        <a:ext cx="157517" cy="116867"/>
      </dsp:txXfrm>
    </dsp:sp>
    <dsp:sp modelId="{66903D7E-7476-478C-A781-036A3A0B4839}">
      <dsp:nvSpPr>
        <dsp:cNvPr id="0" name=""/>
        <dsp:cNvSpPr/>
      </dsp:nvSpPr>
      <dsp:spPr>
        <a:xfrm>
          <a:off x="164496" y="15485"/>
          <a:ext cx="426820" cy="426820"/>
        </a:xfrm>
        <a:prstGeom prst="pie">
          <a:avLst>
            <a:gd name="adj1" fmla="val 10800000"/>
            <a:gd name="adj2" fmla="val 16200000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 dirty="0"/>
        </a:p>
      </dsp:txBody>
      <dsp:txXfrm>
        <a:off x="207229" y="103948"/>
        <a:ext cx="157517" cy="116867"/>
      </dsp:txXfrm>
    </dsp:sp>
    <dsp:sp modelId="{C89B7D5B-D421-4BB5-87C0-1F7C031EA60B}">
      <dsp:nvSpPr>
        <dsp:cNvPr id="0" name=""/>
        <dsp:cNvSpPr/>
      </dsp:nvSpPr>
      <dsp:spPr>
        <a:xfrm>
          <a:off x="152402" y="-10937"/>
          <a:ext cx="479665" cy="479665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3DC5DF-7083-444A-B779-D676E807308C}">
      <dsp:nvSpPr>
        <dsp:cNvPr id="0" name=""/>
        <dsp:cNvSpPr/>
      </dsp:nvSpPr>
      <dsp:spPr>
        <a:xfrm>
          <a:off x="152402" y="3391"/>
          <a:ext cx="479665" cy="479665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DEAB20-78A3-486E-A01D-54269E0B25ED}">
      <dsp:nvSpPr>
        <dsp:cNvPr id="0" name=""/>
        <dsp:cNvSpPr/>
      </dsp:nvSpPr>
      <dsp:spPr>
        <a:xfrm>
          <a:off x="128864" y="3204"/>
          <a:ext cx="479665" cy="479665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3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9D681D-D458-45D7-8358-43DBC344425A}">
      <dsp:nvSpPr>
        <dsp:cNvPr id="0" name=""/>
        <dsp:cNvSpPr/>
      </dsp:nvSpPr>
      <dsp:spPr>
        <a:xfrm>
          <a:off x="138073" y="-10937"/>
          <a:ext cx="479665" cy="479665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20CC22-259C-4B18-9DD5-11AD5748B827}">
      <dsp:nvSpPr>
        <dsp:cNvPr id="0" name=""/>
        <dsp:cNvSpPr/>
      </dsp:nvSpPr>
      <dsp:spPr>
        <a:xfrm>
          <a:off x="178825" y="15485"/>
          <a:ext cx="426820" cy="426820"/>
        </a:xfrm>
        <a:prstGeom prst="pie">
          <a:avLst>
            <a:gd name="adj1" fmla="val 16200000"/>
            <a:gd name="adj2" fmla="val 0"/>
          </a:avLst>
        </a:prstGeom>
        <a:solidFill>
          <a:schemeClr val="accent3">
            <a:lumMod val="40000"/>
            <a:lumOff val="6000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103948"/>
        <a:ext cx="157517" cy="116867"/>
      </dsp:txXfrm>
    </dsp:sp>
    <dsp:sp modelId="{7CE641F2-D3B3-4904-B9CC-3801BE9ABF59}">
      <dsp:nvSpPr>
        <dsp:cNvPr id="0" name=""/>
        <dsp:cNvSpPr/>
      </dsp:nvSpPr>
      <dsp:spPr>
        <a:xfrm>
          <a:off x="178825" y="29814"/>
          <a:ext cx="426820" cy="426820"/>
        </a:xfrm>
        <a:prstGeom prst="pie">
          <a:avLst>
            <a:gd name="adj1" fmla="val 0"/>
            <a:gd name="adj2" fmla="val 5400000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405395" y="251303"/>
        <a:ext cx="157517" cy="116867"/>
      </dsp:txXfrm>
    </dsp:sp>
    <dsp:sp modelId="{726888B8-276D-4FC4-BD75-2FA665A4BC35}">
      <dsp:nvSpPr>
        <dsp:cNvPr id="0" name=""/>
        <dsp:cNvSpPr/>
      </dsp:nvSpPr>
      <dsp:spPr>
        <a:xfrm>
          <a:off x="164496" y="29814"/>
          <a:ext cx="426820" cy="426820"/>
        </a:xfrm>
        <a:prstGeom prst="pie">
          <a:avLst>
            <a:gd name="adj1" fmla="val 5400000"/>
            <a:gd name="adj2" fmla="val 10800000"/>
          </a:avLst>
        </a:prstGeom>
        <a:solidFill>
          <a:schemeClr val="accent3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700" kern="1200" dirty="0"/>
            <a:t> </a:t>
          </a:r>
        </a:p>
      </dsp:txBody>
      <dsp:txXfrm>
        <a:off x="207229" y="251303"/>
        <a:ext cx="157517" cy="116867"/>
      </dsp:txXfrm>
    </dsp:sp>
    <dsp:sp modelId="{66903D7E-7476-478C-A781-036A3A0B4839}">
      <dsp:nvSpPr>
        <dsp:cNvPr id="0" name=""/>
        <dsp:cNvSpPr/>
      </dsp:nvSpPr>
      <dsp:spPr>
        <a:xfrm>
          <a:off x="164496" y="15485"/>
          <a:ext cx="426820" cy="426820"/>
        </a:xfrm>
        <a:prstGeom prst="pie">
          <a:avLst>
            <a:gd name="adj1" fmla="val 10800000"/>
            <a:gd name="adj2" fmla="val 16200000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 dirty="0"/>
        </a:p>
      </dsp:txBody>
      <dsp:txXfrm>
        <a:off x="207229" y="103948"/>
        <a:ext cx="157517" cy="116867"/>
      </dsp:txXfrm>
    </dsp:sp>
    <dsp:sp modelId="{C89B7D5B-D421-4BB5-87C0-1F7C031EA60B}">
      <dsp:nvSpPr>
        <dsp:cNvPr id="0" name=""/>
        <dsp:cNvSpPr/>
      </dsp:nvSpPr>
      <dsp:spPr>
        <a:xfrm>
          <a:off x="152402" y="-10937"/>
          <a:ext cx="479665" cy="479665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03DC5DF-7083-444A-B779-D676E807308C}">
      <dsp:nvSpPr>
        <dsp:cNvPr id="0" name=""/>
        <dsp:cNvSpPr/>
      </dsp:nvSpPr>
      <dsp:spPr>
        <a:xfrm>
          <a:off x="152402" y="3391"/>
          <a:ext cx="479665" cy="479665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hueOff val="75808"/>
            <a:satOff val="2936"/>
            <a:lumOff val="19477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DDEAB20-78A3-486E-A01D-54269E0B25ED}">
      <dsp:nvSpPr>
        <dsp:cNvPr id="0" name=""/>
        <dsp:cNvSpPr/>
      </dsp:nvSpPr>
      <dsp:spPr>
        <a:xfrm>
          <a:off x="128864" y="3204"/>
          <a:ext cx="479665" cy="479665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3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49D681D-D458-45D7-8358-43DBC344425A}">
      <dsp:nvSpPr>
        <dsp:cNvPr id="0" name=""/>
        <dsp:cNvSpPr/>
      </dsp:nvSpPr>
      <dsp:spPr>
        <a:xfrm>
          <a:off x="138073" y="-10937"/>
          <a:ext cx="479665" cy="479665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3">
            <a:hueOff val="227424"/>
            <a:satOff val="8808"/>
            <a:lumOff val="58431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01BD6-766B-4D19-B75E-7E6A037A6BFB}" type="datetimeFigureOut">
              <a:rPr lang="en-US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1/16/2026</a:t>
            </a:fld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302AA-81B1-4225-BC36-6DD3E8E98722}" type="slidenum">
              <a:rPr lang="en-US" smtClean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‹#›</a:t>
            </a:fld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8448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98D3C34-4FAE-4634-9621-7C1A1531823B}" type="datetimeFigureOut">
              <a:rPr lang="en-US" smtClean="0"/>
              <a:pPr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A5D1758-ED3D-4611-B861-63A1DF03220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5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Lato" panose="020F0502020204030203" pitchFamily="34" charset="0"/>
        <a:ea typeface="Lato" panose="020F0502020204030203" pitchFamily="34" charset="0"/>
        <a:cs typeface="Lato" panose="020F0502020204030203" pitchFamily="34" charset="0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Lato Courant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Lato Courant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Lato Courant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Lato Courant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1199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-1116" y="1450423"/>
            <a:ext cx="9144000" cy="21600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0" name="Groupe 11"/>
          <p:cNvGrpSpPr/>
          <p:nvPr userDrawn="1"/>
        </p:nvGrpSpPr>
        <p:grpSpPr>
          <a:xfrm>
            <a:off x="525600" y="-1"/>
            <a:ext cx="1054500" cy="1732210"/>
            <a:chOff x="0" y="938990"/>
            <a:chExt cx="1054500" cy="173221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938990"/>
              <a:ext cx="172800" cy="1732209"/>
            </a:xfrm>
            <a:prstGeom prst="rect">
              <a:avLst/>
            </a:pr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220425" y="2386800"/>
              <a:ext cx="172800" cy="284400"/>
            </a:xfrm>
            <a:prstGeom prst="rect">
              <a:avLst/>
            </a:prstGeom>
            <a:solidFill>
              <a:schemeClr val="accent5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440850" y="2386800"/>
              <a:ext cx="172800" cy="284400"/>
            </a:xfrm>
            <a:prstGeom prst="rect">
              <a:avLst/>
            </a:prstGeom>
            <a:solidFill>
              <a:schemeClr val="bg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61275" y="2386800"/>
              <a:ext cx="172800" cy="284400"/>
            </a:xfrm>
            <a:prstGeom prst="rect">
              <a:avLst/>
            </a:prstGeom>
            <a:solidFill>
              <a:schemeClr val="accent6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881700" y="2386800"/>
              <a:ext cx="172800" cy="284400"/>
            </a:xfrm>
            <a:prstGeom prst="rect">
              <a:avLst/>
            </a:prstGeom>
            <a:solidFill>
              <a:schemeClr val="accent3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ctr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6" name="Titre 1"/>
          <p:cNvSpPr>
            <a:spLocks noGrp="1"/>
          </p:cNvSpPr>
          <p:nvPr>
            <p:ph type="title"/>
          </p:nvPr>
        </p:nvSpPr>
        <p:spPr>
          <a:xfrm>
            <a:off x="1641971" y="1779588"/>
            <a:ext cx="7270604" cy="1590126"/>
          </a:xfrm>
          <a:prstGeom prst="rect">
            <a:avLst/>
          </a:prstGeom>
        </p:spPr>
        <p:txBody>
          <a:bodyPr anchor="ctr" anchorCtr="0"/>
          <a:lstStyle>
            <a:lvl1pPr algn="l" rtl="0">
              <a:defRPr sz="280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18" name="Espace réservé du texte 10">
            <a:extLst>
              <a:ext uri="{FF2B5EF4-FFF2-40B4-BE49-F238E27FC236}">
                <a16:creationId xmlns:a16="http://schemas.microsoft.com/office/drawing/2014/main" id="{AD6DADA9-51DA-F544-8994-B468E4925A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69703" y="4486587"/>
            <a:ext cx="2949257" cy="2898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rtl="0">
              <a:buFont typeface="Arial" panose="020B0604020202020204" pitchFamily="34" charset="0"/>
              <a:buNone/>
              <a:defRPr lang="fr-FR" sz="1400" b="1" kern="1200" spc="0" dirty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 Light"/>
              </a:defRPr>
            </a:lvl1pPr>
          </a:lstStyle>
          <a:p>
            <a:pPr lvl="0"/>
            <a:endParaRPr lang="en-US" noProof="0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527C9DB9-6DA1-954D-AEDE-EDCB714DA7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7760" y="4054948"/>
            <a:ext cx="1466618" cy="76708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7588665" y="4657458"/>
            <a:ext cx="1247686" cy="74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LU"/>
          </a:p>
        </p:txBody>
      </p:sp>
    </p:spTree>
    <p:extLst>
      <p:ext uri="{BB962C8B-B14F-4D97-AF65-F5344CB8AC3E}">
        <p14:creationId xmlns:p14="http://schemas.microsoft.com/office/powerpoint/2010/main" val="391554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81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95587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8" name="Connecteur droit 26"/>
          <p:cNvCxnSpPr/>
          <p:nvPr userDrawn="1"/>
        </p:nvCxnSpPr>
        <p:spPr>
          <a:xfrm>
            <a:off x="3973513" y="1312188"/>
            <a:ext cx="0" cy="3831312"/>
          </a:xfrm>
          <a:prstGeom prst="line">
            <a:avLst/>
          </a:prstGeom>
          <a:ln w="6350">
            <a:solidFill>
              <a:srgbClr val="8592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96721" y="1074421"/>
            <a:ext cx="5028204" cy="3745230"/>
          </a:xfrm>
          <a:prstGeom prst="rect">
            <a:avLst/>
          </a:prstGeom>
        </p:spPr>
        <p:txBody>
          <a:bodyPr lIns="0"/>
          <a:lstStyle>
            <a:lvl1pPr marL="266700" indent="-266700" algn="l">
              <a:lnSpc>
                <a:spcPct val="100000"/>
              </a:lnSpc>
              <a:spcBef>
                <a:spcPts val="11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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266700" indent="0" algn="l">
              <a:lnSpc>
                <a:spcPts val="600"/>
              </a:lnSpc>
              <a:spcBef>
                <a:spcPts val="900"/>
              </a:spcBef>
              <a:buSzPct val="60000"/>
              <a:buNone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58775" indent="0">
              <a:buNone/>
              <a:tabLst/>
              <a:defRPr>
                <a:latin typeface="Lato Regular" panose="020F0502020204030203" pitchFamily="34" charset="0"/>
              </a:defRPr>
            </a:lvl3pPr>
            <a:lvl4pPr marL="541338" indent="0">
              <a:buNone/>
              <a:tabLst/>
              <a:defRPr>
                <a:latin typeface="Lato Regular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25201" y="2632440"/>
            <a:ext cx="3405600" cy="6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3804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77433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4" name="Imag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25201" y="2632440"/>
            <a:ext cx="3405600" cy="6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870051" y="1483995"/>
            <a:ext cx="5054874" cy="3427095"/>
          </a:xfrm>
          <a:prstGeom prst="rect">
            <a:avLst/>
          </a:prstGeom>
        </p:spPr>
        <p:txBody>
          <a:bodyPr lIns="0"/>
          <a:lstStyle>
            <a:lvl1pPr marL="266700" indent="-266700" algn="l">
              <a:lnSpc>
                <a:spcPct val="100000"/>
              </a:lnSpc>
              <a:spcBef>
                <a:spcPts val="1100"/>
              </a:spcBef>
              <a:buClr>
                <a:schemeClr val="accent1"/>
              </a:buClr>
              <a:buSzPct val="100000"/>
              <a:buFont typeface="+mj-lt"/>
              <a:buAutoNum type="arabicPeriod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266700" indent="0" algn="l">
              <a:lnSpc>
                <a:spcPts val="600"/>
              </a:lnSpc>
              <a:spcBef>
                <a:spcPts val="900"/>
              </a:spcBef>
              <a:buSzPct val="60000"/>
              <a:buNone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58775" indent="0">
              <a:buNone/>
              <a:tabLst/>
              <a:defRPr>
                <a:latin typeface="Lato Regular" panose="020F0502020204030203" pitchFamily="34" charset="0"/>
              </a:defRPr>
            </a:lvl3pPr>
            <a:lvl4pPr marL="541338" indent="0">
              <a:buNone/>
              <a:tabLst/>
              <a:defRPr>
                <a:latin typeface="Lato Regular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44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32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 userDrawn="1"/>
        </p:nvSpPr>
        <p:spPr>
          <a:xfrm>
            <a:off x="-1116" y="1555765"/>
            <a:ext cx="9144000" cy="204329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961073" y="2303188"/>
            <a:ext cx="7250416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None/>
              <a:defRPr lang="fr-FR" sz="1500" b="0" kern="1200" spc="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 Light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958606" y="1804989"/>
            <a:ext cx="7270604" cy="503871"/>
          </a:xfrm>
          <a:prstGeom prst="rect">
            <a:avLst/>
          </a:prstGeom>
        </p:spPr>
        <p:txBody>
          <a:bodyPr/>
          <a:lstStyle>
            <a:lvl1pPr algn="l">
              <a:defRPr sz="3400" b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  <p:grpSp>
        <p:nvGrpSpPr>
          <p:cNvPr id="12" name="Groupe 17"/>
          <p:cNvGrpSpPr/>
          <p:nvPr userDrawn="1"/>
        </p:nvGrpSpPr>
        <p:grpSpPr>
          <a:xfrm>
            <a:off x="8086725" y="3314055"/>
            <a:ext cx="1054500" cy="1829446"/>
            <a:chOff x="0" y="2386800"/>
            <a:chExt cx="1054500" cy="1829446"/>
          </a:xfrm>
        </p:grpSpPr>
        <p:sp>
          <p:nvSpPr>
            <p:cNvPr id="13" name="Rectangle 12"/>
            <p:cNvSpPr/>
            <p:nvPr userDrawn="1"/>
          </p:nvSpPr>
          <p:spPr>
            <a:xfrm>
              <a:off x="0" y="2386800"/>
              <a:ext cx="172800" cy="1829446"/>
            </a:xfrm>
            <a:prstGeom prst="rect">
              <a:avLst/>
            </a:prstGeom>
            <a:solidFill>
              <a:schemeClr val="accent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220425" y="2386800"/>
              <a:ext cx="172800" cy="284400"/>
            </a:xfrm>
            <a:prstGeom prst="rect">
              <a:avLst/>
            </a:prstGeom>
            <a:solidFill>
              <a:schemeClr val="accent5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40850" y="2386800"/>
              <a:ext cx="172800" cy="284400"/>
            </a:xfrm>
            <a:prstGeom prst="rect">
              <a:avLst/>
            </a:prstGeom>
            <a:solidFill>
              <a:schemeClr val="bg1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61275" y="2386800"/>
              <a:ext cx="172800" cy="284400"/>
            </a:xfrm>
            <a:prstGeom prst="rect">
              <a:avLst/>
            </a:prstGeom>
            <a:solidFill>
              <a:schemeClr val="accent6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881700" y="2386800"/>
              <a:ext cx="172800" cy="284400"/>
            </a:xfrm>
            <a:prstGeom prst="rect">
              <a:avLst/>
            </a:prstGeom>
            <a:solidFill>
              <a:schemeClr val="accent3"/>
            </a:solidFill>
            <a:ln w="3175" cap="flat">
              <a:noFill/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lvl="0" algn="l" defTabSz="309555" fontAlgn="base" hangingPunct="0">
                <a:spcBef>
                  <a:spcPct val="0"/>
                </a:spcBef>
                <a:spcAft>
                  <a:spcPct val="0"/>
                </a:spcAft>
              </a:pPr>
              <a:endParaRPr lang="fr-FR" sz="1200">
                <a:solidFill>
                  <a:srgbClr val="2B72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0" y="1552840"/>
            <a:ext cx="172800" cy="6984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487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22263" y="1347788"/>
            <a:ext cx="8574166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  <a:p>
            <a:pPr lvl="2"/>
            <a:r>
              <a:rPr lang="en-US" noProof="0" dirty="0"/>
              <a:t>Level 3 text</a:t>
            </a:r>
          </a:p>
          <a:p>
            <a:pPr lvl="3"/>
            <a:r>
              <a:rPr lang="en-US" noProof="0" dirty="0"/>
              <a:t>Level 4 text</a:t>
            </a:r>
          </a:p>
        </p:txBody>
      </p:sp>
      <p:sp>
        <p:nvSpPr>
          <p:cNvPr id="8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 noProof="0" dirty="0"/>
          </a:p>
        </p:txBody>
      </p:sp>
      <p:pic>
        <p:nvPicPr>
          <p:cNvPr id="9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693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16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22262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  <a:p>
            <a:pPr lvl="2"/>
            <a:r>
              <a:rPr lang="en-US" noProof="0" dirty="0"/>
              <a:t>Level 3 text</a:t>
            </a:r>
          </a:p>
          <a:p>
            <a:pPr lvl="3"/>
            <a:r>
              <a:rPr lang="en-US" noProof="0" dirty="0"/>
              <a:t>Level 4 text</a:t>
            </a:r>
          </a:p>
        </p:txBody>
      </p:sp>
      <p:sp>
        <p:nvSpPr>
          <p:cNvPr id="21" name="Espace réservé du contenu 2"/>
          <p:cNvSpPr>
            <a:spLocks noGrp="1"/>
          </p:cNvSpPr>
          <p:nvPr>
            <p:ph idx="11" hasCustomPrompt="1"/>
          </p:nvPr>
        </p:nvSpPr>
        <p:spPr>
          <a:xfrm>
            <a:off x="3240396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  <a:p>
            <a:pPr lvl="2"/>
            <a:r>
              <a:rPr lang="en-US" noProof="0" dirty="0"/>
              <a:t>Level 3 text</a:t>
            </a:r>
          </a:p>
          <a:p>
            <a:pPr lvl="3"/>
            <a:r>
              <a:rPr lang="en-US" noProof="0" dirty="0"/>
              <a:t>Level 4 text</a:t>
            </a:r>
          </a:p>
        </p:txBody>
      </p:sp>
      <p:sp>
        <p:nvSpPr>
          <p:cNvPr id="22" name="Espace réservé du contenu 2"/>
          <p:cNvSpPr>
            <a:spLocks noGrp="1"/>
          </p:cNvSpPr>
          <p:nvPr>
            <p:ph idx="12" hasCustomPrompt="1"/>
          </p:nvPr>
        </p:nvSpPr>
        <p:spPr>
          <a:xfrm>
            <a:off x="6152925" y="1347788"/>
            <a:ext cx="277200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  <a:p>
            <a:pPr lvl="2"/>
            <a:r>
              <a:rPr lang="en-US" noProof="0" dirty="0"/>
              <a:t>Level 3 text</a:t>
            </a:r>
          </a:p>
          <a:p>
            <a:pPr lvl="3"/>
            <a:r>
              <a:rPr lang="en-US" noProof="0" dirty="0"/>
              <a:t>Level 4 text</a:t>
            </a:r>
          </a:p>
        </p:txBody>
      </p:sp>
    </p:spTree>
    <p:extLst>
      <p:ext uri="{BB962C8B-B14F-4D97-AF65-F5344CB8AC3E}">
        <p14:creationId xmlns:p14="http://schemas.microsoft.com/office/powerpoint/2010/main" val="321726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20" name="Espace réservé du contenu 2"/>
          <p:cNvSpPr>
            <a:spLocks noGrp="1"/>
          </p:cNvSpPr>
          <p:nvPr>
            <p:ph idx="12" hasCustomPrompt="1"/>
          </p:nvPr>
        </p:nvSpPr>
        <p:spPr>
          <a:xfrm>
            <a:off x="322262" y="1347788"/>
            <a:ext cx="383627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  <a:p>
            <a:pPr lvl="2"/>
            <a:r>
              <a:rPr lang="en-US" noProof="0" dirty="0"/>
              <a:t>Level 3 text</a:t>
            </a:r>
          </a:p>
          <a:p>
            <a:pPr lvl="3"/>
            <a:r>
              <a:rPr lang="en-US" noProof="0" dirty="0"/>
              <a:t>Level 4 text</a:t>
            </a:r>
          </a:p>
        </p:txBody>
      </p:sp>
      <p:sp>
        <p:nvSpPr>
          <p:cNvPr id="21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4572000" y="1347788"/>
            <a:ext cx="3836270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  <a:p>
            <a:pPr lvl="2"/>
            <a:r>
              <a:rPr lang="en-US" noProof="0" dirty="0"/>
              <a:t>Level 3 text</a:t>
            </a:r>
          </a:p>
          <a:p>
            <a:pPr lvl="3"/>
            <a:r>
              <a:rPr lang="en-US" noProof="0" dirty="0"/>
              <a:t>Level 4 text</a:t>
            </a:r>
          </a:p>
        </p:txBody>
      </p:sp>
    </p:spTree>
    <p:extLst>
      <p:ext uri="{BB962C8B-B14F-4D97-AF65-F5344CB8AC3E}">
        <p14:creationId xmlns:p14="http://schemas.microsoft.com/office/powerpoint/2010/main" val="252150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1"/>
          <p:cNvSpPr>
            <a:spLocks noGrp="1"/>
          </p:cNvSpPr>
          <p:nvPr>
            <p:ph type="body" sz="quarter" idx="12"/>
          </p:nvPr>
        </p:nvSpPr>
        <p:spPr>
          <a:xfrm>
            <a:off x="322263" y="1347063"/>
            <a:ext cx="1331912" cy="325596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FontTx/>
              <a:buNone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 noProof="0" dirty="0"/>
          </a:p>
        </p:txBody>
      </p:sp>
      <p:pic>
        <p:nvPicPr>
          <p:cNvPr id="12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45452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en-US" noProof="0" dirty="0"/>
          </a:p>
        </p:txBody>
      </p:sp>
      <p:sp>
        <p:nvSpPr>
          <p:cNvPr id="17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19" name="Espace réservé du contenu 2"/>
          <p:cNvSpPr>
            <a:spLocks noGrp="1"/>
          </p:cNvSpPr>
          <p:nvPr>
            <p:ph idx="13" hasCustomPrompt="1"/>
          </p:nvPr>
        </p:nvSpPr>
        <p:spPr>
          <a:xfrm>
            <a:off x="1840961" y="1347788"/>
            <a:ext cx="7083963" cy="3262311"/>
          </a:xfrm>
          <a:prstGeom prst="rect">
            <a:avLst/>
          </a:prstGeom>
        </p:spPr>
        <p:txBody>
          <a:bodyPr lIns="0"/>
          <a:lstStyle>
            <a:lvl1pPr marL="134938" indent="-134938">
              <a:buClr>
                <a:schemeClr val="accent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75" indent="-176213">
              <a:buClr>
                <a:schemeClr val="accent1"/>
              </a:buClr>
              <a:buSzPct val="60000"/>
              <a:buFont typeface="Wingdings 3" panose="05040102010807070707" pitchFamily="18" charset="2"/>
              <a:buChar char=""/>
              <a:tabLst/>
              <a:defRPr sz="14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41338" indent="-182563"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tabLst/>
              <a:defRPr sz="12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676275" indent="-134938">
              <a:buClr>
                <a:schemeClr val="accent1"/>
              </a:buClr>
              <a:buFont typeface="Arial" panose="020B0604020202020204" pitchFamily="34" charset="0"/>
              <a:buChar char="-"/>
              <a:tabLst/>
              <a:defRPr sz="110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en-US" noProof="0" dirty="0"/>
              <a:t>Level 1 text</a:t>
            </a:r>
          </a:p>
          <a:p>
            <a:pPr lvl="1"/>
            <a:r>
              <a:rPr lang="en-US" noProof="0" dirty="0"/>
              <a:t>Level 2 text</a:t>
            </a:r>
          </a:p>
          <a:p>
            <a:pPr lvl="2"/>
            <a:r>
              <a:rPr lang="en-US" noProof="0" dirty="0"/>
              <a:t>Level 3 text</a:t>
            </a:r>
          </a:p>
          <a:p>
            <a:pPr lvl="3"/>
            <a:r>
              <a:rPr lang="en-US" noProof="0" dirty="0"/>
              <a:t>Level 4 text</a:t>
            </a:r>
          </a:p>
        </p:txBody>
      </p:sp>
    </p:spTree>
    <p:extLst>
      <p:ext uri="{BB962C8B-B14F-4D97-AF65-F5344CB8AC3E}">
        <p14:creationId xmlns:p14="http://schemas.microsoft.com/office/powerpoint/2010/main" val="196636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697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Imag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6436" y="112033"/>
            <a:ext cx="518171" cy="171553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9025200" y="240386"/>
            <a:ext cx="118800" cy="43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ZoneTexte 27"/>
          <p:cNvSpPr txBox="1"/>
          <p:nvPr userDrawn="1"/>
        </p:nvSpPr>
        <p:spPr>
          <a:xfrm>
            <a:off x="8582908" y="112977"/>
            <a:ext cx="48695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58DB4608-C8F9-4B4A-9256-BCA7D067C590}" type="slidenum">
              <a:rPr lang="fr-FR" sz="900" smtClean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r"/>
              <a:t>‹#›</a:t>
            </a:fld>
            <a:endParaRPr lang="fr-FR" sz="900" dirty="0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0" y="0"/>
            <a:ext cx="172800" cy="612775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215901" y="236539"/>
            <a:ext cx="7838440" cy="766761"/>
          </a:xfrm>
          <a:prstGeom prst="rect">
            <a:avLst/>
          </a:prstGeom>
        </p:spPr>
        <p:txBody>
          <a:bodyPr/>
          <a:lstStyle>
            <a:lvl1pPr algn="l">
              <a:defRPr sz="2600" b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" y="1584007"/>
            <a:ext cx="3456000" cy="2165266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24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73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014761" y="0"/>
            <a:ext cx="172800" cy="1429200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lvl="0" algn="ctr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" y="0"/>
            <a:ext cx="4030662" cy="51435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668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127761" y="0"/>
            <a:ext cx="2834639" cy="5143500"/>
          </a:xfrm>
          <a:prstGeom prst="rect">
            <a:avLst/>
          </a:prstGeom>
          <a:solidFill>
            <a:srgbClr val="7E93A7"/>
          </a:solidFill>
          <a:ln>
            <a:noFill/>
          </a:ln>
        </p:spPr>
        <p:txBody>
          <a:bodyPr lIns="19050" tIns="19050" rIns="19050" bIns="19050" anchor="ctr"/>
          <a:lstStyle/>
          <a:p>
            <a:pPr lvl="0" algn="l" defTabSz="309555" fontAlgn="base" hangingPunct="0">
              <a:spcBef>
                <a:spcPct val="0"/>
              </a:spcBef>
              <a:spcAft>
                <a:spcPct val="0"/>
              </a:spcAft>
            </a:pPr>
            <a:endParaRPr lang="fr-FR" sz="120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064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5901" y="274640"/>
            <a:ext cx="7838440" cy="766761"/>
          </a:xfrm>
          <a:prstGeom prst="rect">
            <a:avLst/>
          </a:prstGeom>
        </p:spPr>
        <p:txBody>
          <a:bodyPr/>
          <a:lstStyle>
            <a:lvl1pPr>
              <a:defRPr b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2263" y="1347788"/>
            <a:ext cx="8574166" cy="3262311"/>
          </a:xfrm>
          <a:prstGeom prst="rect">
            <a:avLst/>
          </a:prstGeom>
        </p:spPr>
        <p:txBody>
          <a:bodyPr lIns="0"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358766" indent="-176209">
              <a:buSzPct val="60000"/>
              <a:tabLst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538150" indent="-179384">
              <a:tabLst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715945" indent="-174621">
              <a:tabLst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0"/>
          </p:nvPr>
        </p:nvSpPr>
        <p:spPr>
          <a:xfrm>
            <a:off x="215901" y="83553"/>
            <a:ext cx="7846060" cy="2285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200" b="0" baseline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13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11165" y="167637"/>
            <a:ext cx="275393" cy="251530"/>
          </a:xfrm>
          <a:prstGeom prst="rect">
            <a:avLst/>
          </a:prstGeom>
        </p:spPr>
        <p:txBody>
          <a:bodyPr vert="horz" lIns="0" tIns="0" rIns="0" bIns="46800" rtlCol="0" anchor="t" anchorCtr="0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A8F62E4-E46B-494F-B7FF-31133B2E54E1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2629" y="112028"/>
            <a:ext cx="518171" cy="171553"/>
          </a:xfrm>
          <a:prstGeom prst="rect">
            <a:avLst/>
          </a:prstGeom>
        </p:spPr>
      </p:pic>
      <p:sp>
        <p:nvSpPr>
          <p:cNvPr id="15" name="Shape 63"/>
          <p:cNvSpPr>
            <a:spLocks noChangeArrowheads="1"/>
          </p:cNvSpPr>
          <p:nvPr userDrawn="1"/>
        </p:nvSpPr>
        <p:spPr bwMode="auto">
          <a:xfrm>
            <a:off x="9026778" y="244105"/>
            <a:ext cx="117222" cy="33338"/>
          </a:xfrm>
          <a:prstGeom prst="rect">
            <a:avLst/>
          </a:prstGeom>
          <a:solidFill>
            <a:srgbClr val="D01334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19050" tIns="19050" rIns="19050" bIns="19050" anchor="ctr"/>
          <a:lstStyle/>
          <a:p>
            <a:pPr algn="ctr" defTabSz="309548" fontAlgn="base" hangingPunct="0">
              <a:spcBef>
                <a:spcPct val="0"/>
              </a:spcBef>
              <a:spcAft>
                <a:spcPct val="0"/>
              </a:spcAft>
            </a:pPr>
            <a:endParaRPr lang="fr-FR" sz="1200" b="0" i="0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Helvetica Light" charset="0"/>
            </a:endParaRPr>
          </a:p>
        </p:txBody>
      </p:sp>
      <p:sp>
        <p:nvSpPr>
          <p:cNvPr id="9" name="Shape 41"/>
          <p:cNvSpPr/>
          <p:nvPr userDrawn="1"/>
        </p:nvSpPr>
        <p:spPr bwMode="auto">
          <a:xfrm>
            <a:off x="-5340" y="0"/>
            <a:ext cx="173236" cy="605208"/>
          </a:xfrm>
          <a:prstGeom prst="rect">
            <a:avLst/>
          </a:prstGeom>
          <a:solidFill>
            <a:schemeClr val="accent1"/>
          </a:solidFill>
          <a:ln w="3175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algn="ctr" defTabSz="309548" fontAlgn="base" hangingPunct="0">
              <a:spcBef>
                <a:spcPct val="0"/>
              </a:spcBef>
              <a:spcAft>
                <a:spcPct val="0"/>
              </a:spcAft>
            </a:pPr>
            <a:endParaRPr lang="fr-FR" sz="1200" dirty="0">
              <a:solidFill>
                <a:srgbClr val="2B72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905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/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982490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6" imgW="473" imgH="473" progId="TCLayout.ActiveDocument.1">
                  <p:embed/>
                </p:oleObj>
              </mc:Choice>
              <mc:Fallback>
                <p:oleObj name="Diapositive think-cell" r:id="rId16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-1835399402,&quot;Placement&quot;:&quot;Footer&quot;,&quot;Top&quot;:384.343,&quot;Left&quot;:290.641571,&quot;SlideWidth&quot;:720,&quot;SlideHeight&quot;:405}"/>
          <p:cNvSpPr txBox="1"/>
          <p:nvPr userDrawn="1"/>
        </p:nvSpPr>
        <p:spPr>
          <a:xfrm>
            <a:off x="3691148" y="4881156"/>
            <a:ext cx="1761705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LU" sz="1000">
                <a:solidFill>
                  <a:srgbClr val="000000"/>
                </a:solidFill>
                <a:latin typeface="Calibri" panose="020F0502020204030204" pitchFamily="34" charset="0"/>
              </a:rPr>
              <a:t>Usage Interne / Internal Use</a:t>
            </a:r>
          </a:p>
        </p:txBody>
      </p:sp>
    </p:spTree>
    <p:extLst>
      <p:ext uri="{BB962C8B-B14F-4D97-AF65-F5344CB8AC3E}">
        <p14:creationId xmlns:p14="http://schemas.microsoft.com/office/powerpoint/2010/main" val="366269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905" r:id="rId2"/>
    <p:sldLayoutId id="2147483906" r:id="rId3"/>
    <p:sldLayoutId id="2147483892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907" r:id="rId10"/>
    <p:sldLayoutId id="2147483908" r:id="rId11"/>
    <p:sldLayoutId id="2147483909" r:id="rId12"/>
    <p:sldLayoutId id="2147483910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 3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07544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HR Project ID Card template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6F2F16-BDE5-5745-93CB-250940FCFA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0663" y="4517067"/>
            <a:ext cx="2949257" cy="289883"/>
          </a:xfrm>
        </p:spPr>
        <p:txBody>
          <a:bodyPr/>
          <a:lstStyle/>
          <a:p>
            <a:r>
              <a:rPr lang="en-US" dirty="0"/>
              <a:t>February 2025</a:t>
            </a:r>
          </a:p>
        </p:txBody>
      </p:sp>
    </p:spTree>
    <p:extLst>
      <p:ext uri="{BB962C8B-B14F-4D97-AF65-F5344CB8AC3E}">
        <p14:creationId xmlns:p14="http://schemas.microsoft.com/office/powerpoint/2010/main" val="108510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7" name="Obje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Google Shape;208;p30"/>
          <p:cNvSpPr txBox="1"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rPr lang="en-US" dirty="0">
                <a:solidFill>
                  <a:srgbClr val="C00000"/>
                </a:solidFill>
                <a:latin typeface="+mn-lt"/>
              </a:rPr>
              <a:t>PROJECT ID CARD</a:t>
            </a:r>
          </a:p>
        </p:txBody>
      </p:sp>
      <p:sp>
        <p:nvSpPr>
          <p:cNvPr id="14" name="Google Shape;207;p30"/>
          <p:cNvSpPr txBox="1">
            <a:spLocks noGrp="1"/>
          </p:cNvSpPr>
          <p:nvPr>
            <p:ph type="title"/>
          </p:nvPr>
        </p:nvSpPr>
        <p:spPr>
          <a:xfrm>
            <a:off x="215901" y="250940"/>
            <a:ext cx="7838440" cy="34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None/>
            </a:pPr>
            <a:r>
              <a:rPr lang="en-US" sz="1800" dirty="0">
                <a:latin typeface="+mn-lt"/>
              </a:rPr>
              <a:t>Competencies volunteering - Platform “</a:t>
            </a:r>
            <a:r>
              <a:rPr lang="en-US" sz="1800" dirty="0" err="1">
                <a:latin typeface="+mn-lt"/>
              </a:rPr>
              <a:t>J’agis</a:t>
            </a:r>
            <a:r>
              <a:rPr lang="en-US" sz="1800" dirty="0">
                <a:latin typeface="+mn-lt"/>
              </a:rPr>
              <a:t>”</a:t>
            </a:r>
            <a:endParaRPr lang="en-US" sz="1800" b="0" dirty="0">
              <a:latin typeface="+mn-lt"/>
            </a:endParaRPr>
          </a:p>
        </p:txBody>
      </p:sp>
      <p:sp>
        <p:nvSpPr>
          <p:cNvPr id="17" name="Google Shape;210;p30"/>
          <p:cNvSpPr/>
          <p:nvPr/>
        </p:nvSpPr>
        <p:spPr>
          <a:xfrm>
            <a:off x="3312000" y="50515"/>
            <a:ext cx="2520000" cy="16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ea typeface="Lato"/>
                <a:cs typeface="Arial" panose="020B0604020202020204" pitchFamily="34" charset="0"/>
                <a:sym typeface="Lato"/>
              </a:rPr>
              <a:t>HUMAN RESOURCES</a:t>
            </a:r>
            <a:endParaRPr lang="en-US" dirty="0"/>
          </a:p>
        </p:txBody>
      </p:sp>
      <p:sp>
        <p:nvSpPr>
          <p:cNvPr id="41" name="Google Shape;251;p30"/>
          <p:cNvSpPr txBox="1"/>
          <p:nvPr/>
        </p:nvSpPr>
        <p:spPr>
          <a:xfrm>
            <a:off x="6793170" y="266337"/>
            <a:ext cx="2235629" cy="318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dk1"/>
                </a:solidFill>
                <a:ea typeface="Lato"/>
                <a:cs typeface="Arial" panose="020B0604020202020204" pitchFamily="34" charset="0"/>
                <a:sym typeface="Lato"/>
              </a:rPr>
              <a:t>Sponsor </a:t>
            </a:r>
            <a:r>
              <a:rPr lang="en-US" sz="1600" b="1" dirty="0">
                <a:solidFill>
                  <a:schemeClr val="dk1"/>
                </a:solidFill>
              </a:rPr>
              <a:t>:</a:t>
            </a:r>
            <a:r>
              <a:rPr lang="en-US" b="1" dirty="0">
                <a:solidFill>
                  <a:schemeClr val="dk1"/>
                </a:solidFill>
              </a:rPr>
              <a:t> </a:t>
            </a:r>
            <a:r>
              <a:rPr lang="en-US" sz="1200" b="1" i="1" dirty="0">
                <a:solidFill>
                  <a:srgbClr val="00B0F0"/>
                </a:solidFill>
              </a:rPr>
              <a:t>N/A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8" name="Google Shape;256;p30"/>
          <p:cNvSpPr/>
          <p:nvPr/>
        </p:nvSpPr>
        <p:spPr>
          <a:xfrm>
            <a:off x="5306669" y="2028352"/>
            <a:ext cx="976053" cy="880151"/>
          </a:xfrm>
          <a:prstGeom prst="roundRect">
            <a:avLst>
              <a:gd name="adj" fmla="val 14152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72000" tIns="45700" rIns="0" bIns="45700" anchor="t" anchorCtr="0">
            <a:noAutofit/>
          </a:bodyPr>
          <a:lstStyle/>
          <a:p>
            <a:pPr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4.1 </a:t>
            </a:r>
            <a:r>
              <a:rPr lang="en-US" sz="1050" b="1" dirty="0">
                <a:ea typeface="Lato"/>
                <a:cs typeface="Lato"/>
                <a:sym typeface="Lato"/>
              </a:rPr>
              <a:t>Project Cost (total expected)</a:t>
            </a:r>
          </a:p>
        </p:txBody>
      </p:sp>
      <p:sp>
        <p:nvSpPr>
          <p:cNvPr id="52" name="Google Shape;256;p30"/>
          <p:cNvSpPr/>
          <p:nvPr/>
        </p:nvSpPr>
        <p:spPr>
          <a:xfrm>
            <a:off x="5306669" y="2983671"/>
            <a:ext cx="976053" cy="664682"/>
          </a:xfrm>
          <a:prstGeom prst="roundRect">
            <a:avLst>
              <a:gd name="adj" fmla="val 1527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72000" tIns="45700" rIns="0" bIns="45700" anchor="t" anchorCtr="0">
            <a:noAutofit/>
          </a:bodyPr>
          <a:lstStyle/>
          <a:p>
            <a:pPr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4.2 </a:t>
            </a:r>
            <a:r>
              <a:rPr lang="en-US" sz="1050" b="1" dirty="0">
                <a:ea typeface="Lato"/>
                <a:cs typeface="Lato"/>
              </a:rPr>
              <a:t>Run costs impacts (yearly)</a:t>
            </a:r>
            <a:endParaRPr lang="en-US" sz="1050" b="1" dirty="0">
              <a:ea typeface="Lato"/>
              <a:cs typeface="Lato"/>
              <a:sym typeface="Lato"/>
            </a:endParaRPr>
          </a:p>
        </p:txBody>
      </p:sp>
      <p:sp>
        <p:nvSpPr>
          <p:cNvPr id="53" name="Google Shape;236;p30"/>
          <p:cNvSpPr/>
          <p:nvPr/>
        </p:nvSpPr>
        <p:spPr>
          <a:xfrm>
            <a:off x="1287404" y="623518"/>
            <a:ext cx="923825" cy="576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1.1 Problem Opportunity</a:t>
            </a:r>
          </a:p>
        </p:txBody>
      </p:sp>
      <p:sp>
        <p:nvSpPr>
          <p:cNvPr id="55" name="Google Shape;202;p30"/>
          <p:cNvSpPr/>
          <p:nvPr/>
        </p:nvSpPr>
        <p:spPr>
          <a:xfrm>
            <a:off x="251521" y="3716129"/>
            <a:ext cx="1035316" cy="684000"/>
          </a:xfrm>
          <a:prstGeom prst="roundRect">
            <a:avLst>
              <a:gd name="adj" fmla="val 9638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5 </a:t>
            </a:r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– Planning and organization</a:t>
            </a:r>
            <a:endParaRPr lang="en-US" sz="1050" b="1" dirty="0">
              <a:solidFill>
                <a:srgbClr val="000000"/>
              </a:solidFill>
              <a:ea typeface="Lato"/>
              <a:cs typeface="Lato"/>
            </a:endParaRPr>
          </a:p>
        </p:txBody>
      </p:sp>
      <p:sp>
        <p:nvSpPr>
          <p:cNvPr id="56" name="Google Shape;203;p30"/>
          <p:cNvSpPr/>
          <p:nvPr/>
        </p:nvSpPr>
        <p:spPr>
          <a:xfrm>
            <a:off x="251521" y="623518"/>
            <a:ext cx="1035316" cy="576000"/>
          </a:xfrm>
          <a:prstGeom prst="roundRect">
            <a:avLst>
              <a:gd name="adj" fmla="val 65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1 - </a:t>
            </a:r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The Why of the project</a:t>
            </a:r>
            <a:endParaRPr lang="en-US" sz="1050" i="1" dirty="0">
              <a:solidFill>
                <a:srgbClr val="000000"/>
              </a:solidFill>
              <a:latin typeface="Lato Regular"/>
            </a:endParaRPr>
          </a:p>
        </p:txBody>
      </p:sp>
      <p:sp>
        <p:nvSpPr>
          <p:cNvPr id="57" name="Google Shape;204;p30"/>
          <p:cNvSpPr/>
          <p:nvPr/>
        </p:nvSpPr>
        <p:spPr>
          <a:xfrm>
            <a:off x="251524" y="1262513"/>
            <a:ext cx="1035316" cy="684000"/>
          </a:xfrm>
          <a:prstGeom prst="roundRect">
            <a:avLst>
              <a:gd name="adj" fmla="val 6556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2 - </a:t>
            </a:r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Tangible Results and closure criteria</a:t>
            </a:r>
          </a:p>
        </p:txBody>
      </p:sp>
      <p:sp>
        <p:nvSpPr>
          <p:cNvPr id="58" name="Google Shape;206;p30"/>
          <p:cNvSpPr/>
          <p:nvPr/>
        </p:nvSpPr>
        <p:spPr>
          <a:xfrm>
            <a:off x="251520" y="623518"/>
            <a:ext cx="8735132" cy="576000"/>
          </a:xfrm>
          <a:prstGeom prst="roundRect">
            <a:avLst>
              <a:gd name="adj" fmla="val 6556"/>
            </a:avLst>
          </a:prstGeom>
          <a:noFill/>
          <a:ln w="9525" cap="flat" cmpd="sng">
            <a:solidFill>
              <a:srgbClr val="5257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Lato"/>
              <a:cs typeface="Lato"/>
              <a:sym typeface="Lato"/>
            </a:endParaRPr>
          </a:p>
        </p:txBody>
      </p:sp>
      <p:sp>
        <p:nvSpPr>
          <p:cNvPr id="59" name="Google Shape;214;p30"/>
          <p:cNvSpPr txBox="1"/>
          <p:nvPr/>
        </p:nvSpPr>
        <p:spPr>
          <a:xfrm>
            <a:off x="2245334" y="641384"/>
            <a:ext cx="3900948" cy="53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t" anchorCtr="0">
            <a:spAutoFit/>
          </a:bodyPr>
          <a:lstStyle/>
          <a:p>
            <a:pPr defTabSz="914400"/>
            <a:r>
              <a:rPr lang="en-US" sz="1000" b="1" dirty="0">
                <a:solidFill>
                  <a:srgbClr val="4285F4"/>
                </a:solidFill>
                <a:latin typeface="Lato Regular"/>
              </a:rPr>
              <a:t>Offer CACEIS employees a charities platform. The aim is to connect employees with associations and give them the possibility to realize missions for the civil society. 5 skills sponsorship days are offered. </a:t>
            </a:r>
            <a:endParaRPr lang="en-US" sz="1200" dirty="0">
              <a:solidFill>
                <a:srgbClr val="000000"/>
              </a:solidFill>
              <a:latin typeface="Lato Regular"/>
            </a:endParaRPr>
          </a:p>
        </p:txBody>
      </p:sp>
      <p:sp>
        <p:nvSpPr>
          <p:cNvPr id="60" name="Google Shape;215;p30"/>
          <p:cNvSpPr/>
          <p:nvPr/>
        </p:nvSpPr>
        <p:spPr>
          <a:xfrm>
            <a:off x="251520" y="1262513"/>
            <a:ext cx="8735132" cy="684000"/>
          </a:xfrm>
          <a:prstGeom prst="roundRect">
            <a:avLst>
              <a:gd name="adj" fmla="val 6556"/>
            </a:avLst>
          </a:prstGeom>
          <a:noFill/>
          <a:ln w="9525" cap="flat" cmpd="sng">
            <a:solidFill>
              <a:srgbClr val="5257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Lato"/>
              <a:cs typeface="Lato"/>
              <a:sym typeface="Lato"/>
            </a:endParaRPr>
          </a:p>
        </p:txBody>
      </p:sp>
      <p:sp>
        <p:nvSpPr>
          <p:cNvPr id="61" name="Google Shape;216;p30"/>
          <p:cNvSpPr/>
          <p:nvPr/>
        </p:nvSpPr>
        <p:spPr>
          <a:xfrm>
            <a:off x="1287404" y="1262513"/>
            <a:ext cx="923825" cy="684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2.1 Project tangible results</a:t>
            </a:r>
          </a:p>
        </p:txBody>
      </p:sp>
      <p:sp>
        <p:nvSpPr>
          <p:cNvPr id="62" name="Google Shape;219;p30"/>
          <p:cNvSpPr/>
          <p:nvPr/>
        </p:nvSpPr>
        <p:spPr>
          <a:xfrm>
            <a:off x="251520" y="3716129"/>
            <a:ext cx="8735131" cy="684000"/>
          </a:xfrm>
          <a:prstGeom prst="roundRect">
            <a:avLst>
              <a:gd name="adj" fmla="val 6556"/>
            </a:avLst>
          </a:prstGeom>
          <a:noFill/>
          <a:ln w="9525" cap="flat" cmpd="sng">
            <a:solidFill>
              <a:srgbClr val="5257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Lato"/>
              <a:cs typeface="Lato"/>
              <a:sym typeface="Lato"/>
            </a:endParaRPr>
          </a:p>
        </p:txBody>
      </p:sp>
      <p:sp>
        <p:nvSpPr>
          <p:cNvPr id="63" name="Google Shape;223;p30"/>
          <p:cNvSpPr/>
          <p:nvPr/>
        </p:nvSpPr>
        <p:spPr>
          <a:xfrm>
            <a:off x="251520" y="4464417"/>
            <a:ext cx="8735131" cy="612000"/>
          </a:xfrm>
          <a:prstGeom prst="roundRect">
            <a:avLst>
              <a:gd name="adj" fmla="val 6556"/>
            </a:avLst>
          </a:prstGeom>
          <a:noFill/>
          <a:ln w="9525" cap="flat" cmpd="sng">
            <a:solidFill>
              <a:srgbClr val="5257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Lato"/>
              <a:cs typeface="Lato"/>
              <a:sym typeface="Lato"/>
            </a:endParaRPr>
          </a:p>
        </p:txBody>
      </p:sp>
      <p:sp>
        <p:nvSpPr>
          <p:cNvPr id="65" name="Google Shape;230;p30"/>
          <p:cNvSpPr/>
          <p:nvPr/>
        </p:nvSpPr>
        <p:spPr>
          <a:xfrm>
            <a:off x="6241507" y="1262513"/>
            <a:ext cx="790756" cy="684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2.3 Project closure criteria</a:t>
            </a:r>
          </a:p>
        </p:txBody>
      </p:sp>
      <p:sp>
        <p:nvSpPr>
          <p:cNvPr id="66" name="Google Shape;233;p30"/>
          <p:cNvSpPr/>
          <p:nvPr/>
        </p:nvSpPr>
        <p:spPr>
          <a:xfrm>
            <a:off x="2897173" y="4464417"/>
            <a:ext cx="1014623" cy="612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7 </a:t>
            </a:r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- Horizon project?</a:t>
            </a:r>
            <a:endParaRPr lang="en-US" sz="1050" dirty="0">
              <a:solidFill>
                <a:srgbClr val="FFFFFF"/>
              </a:solidFill>
              <a:ea typeface="Lato"/>
              <a:cs typeface="Lato"/>
              <a:sym typeface="Lato"/>
            </a:endParaRPr>
          </a:p>
        </p:txBody>
      </p:sp>
      <p:sp>
        <p:nvSpPr>
          <p:cNvPr id="67" name="Google Shape;236;p30"/>
          <p:cNvSpPr/>
          <p:nvPr/>
        </p:nvSpPr>
        <p:spPr>
          <a:xfrm>
            <a:off x="3638479" y="3716129"/>
            <a:ext cx="1028377" cy="684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defTabSz="914400"/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5.2 Business/IT Team leaders</a:t>
            </a:r>
            <a:endParaRPr lang="en-US" sz="1050" b="1" dirty="0">
              <a:solidFill>
                <a:srgbClr val="000000"/>
              </a:solidFill>
              <a:ea typeface="Lato"/>
              <a:cs typeface="Lato"/>
            </a:endParaRPr>
          </a:p>
        </p:txBody>
      </p:sp>
      <p:sp>
        <p:nvSpPr>
          <p:cNvPr id="68" name="Google Shape;238;p30"/>
          <p:cNvSpPr txBox="1"/>
          <p:nvPr/>
        </p:nvSpPr>
        <p:spPr>
          <a:xfrm>
            <a:off x="4666855" y="3814028"/>
            <a:ext cx="2356503" cy="488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ctr" anchorCtr="0">
            <a:spAutoFit/>
          </a:bodyPr>
          <a:lstStyle/>
          <a:p>
            <a:pPr defTabSz="914400"/>
            <a:r>
              <a:rPr lang="en-US" sz="700" dirty="0">
                <a:solidFill>
                  <a:srgbClr val="4285F4"/>
                </a:solidFill>
                <a:latin typeface="Lato Regular"/>
              </a:rPr>
              <a:t>Who are the business and IT Leads for the project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285F4"/>
                </a:solidFill>
                <a:latin typeface="Lato Regular"/>
              </a:rPr>
              <a:t>HR Lead: Alexandra </a:t>
            </a:r>
            <a:r>
              <a:rPr lang="en-US" sz="1000" dirty="0" err="1">
                <a:solidFill>
                  <a:srgbClr val="4285F4"/>
                </a:solidFill>
                <a:latin typeface="Lato Regular"/>
              </a:rPr>
              <a:t>Causi</a:t>
            </a:r>
            <a:endParaRPr lang="en-US" sz="1000" dirty="0">
              <a:solidFill>
                <a:srgbClr val="4285F4"/>
              </a:solidFill>
              <a:latin typeface="Lato Regular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285F4"/>
                </a:solidFill>
                <a:latin typeface="Lato Regular"/>
              </a:rPr>
              <a:t>IT Lead: N/A</a:t>
            </a:r>
          </a:p>
        </p:txBody>
      </p:sp>
      <p:sp>
        <p:nvSpPr>
          <p:cNvPr id="69" name="Google Shape;241;p30"/>
          <p:cNvSpPr/>
          <p:nvPr/>
        </p:nvSpPr>
        <p:spPr>
          <a:xfrm>
            <a:off x="6736044" y="3716129"/>
            <a:ext cx="823852" cy="684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defTabSz="914400"/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5.3 Other key contributors</a:t>
            </a:r>
            <a:endParaRPr lang="en-US" sz="1050" b="1" dirty="0">
              <a:solidFill>
                <a:srgbClr val="000000"/>
              </a:solidFill>
              <a:ea typeface="Lato"/>
              <a:cs typeface="Lato"/>
            </a:endParaRPr>
          </a:p>
        </p:txBody>
      </p:sp>
      <p:sp>
        <p:nvSpPr>
          <p:cNvPr id="71" name="Google Shape;247;p30"/>
          <p:cNvSpPr txBox="1"/>
          <p:nvPr/>
        </p:nvSpPr>
        <p:spPr>
          <a:xfrm>
            <a:off x="6282719" y="2080422"/>
            <a:ext cx="2703931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t" anchorCtr="0">
            <a:spAutoFit/>
          </a:bodyPr>
          <a:lstStyle/>
          <a:p>
            <a:pPr defTabSz="914400"/>
            <a:r>
              <a:rPr lang="en-US" sz="1000" b="1" dirty="0">
                <a:solidFill>
                  <a:srgbClr val="4285F4"/>
                </a:solidFill>
                <a:latin typeface="Lato Regular"/>
              </a:rPr>
              <a:t>To launch </a:t>
            </a:r>
            <a:r>
              <a:rPr lang="en-US" sz="1000" b="1" dirty="0" err="1">
                <a:solidFill>
                  <a:srgbClr val="4285F4"/>
                </a:solidFill>
                <a:latin typeface="Lato Regular"/>
              </a:rPr>
              <a:t>J’agis</a:t>
            </a:r>
            <a:r>
              <a:rPr lang="en-US" sz="1000" b="1" dirty="0">
                <a:solidFill>
                  <a:srgbClr val="4285F4"/>
                </a:solidFill>
                <a:latin typeface="Lato Regular"/>
              </a:rPr>
              <a:t>: 11,2 k€ HT</a:t>
            </a:r>
            <a:endParaRPr lang="en-US" sz="1000" dirty="0">
              <a:solidFill>
                <a:srgbClr val="4285F4"/>
              </a:solidFill>
              <a:latin typeface="Lato Regular"/>
            </a:endParaRPr>
          </a:p>
        </p:txBody>
      </p:sp>
      <p:sp>
        <p:nvSpPr>
          <p:cNvPr id="72" name="Google Shape;249;p30"/>
          <p:cNvSpPr/>
          <p:nvPr/>
        </p:nvSpPr>
        <p:spPr>
          <a:xfrm>
            <a:off x="251520" y="4464417"/>
            <a:ext cx="1010007" cy="612000"/>
          </a:xfrm>
          <a:prstGeom prst="roundRect">
            <a:avLst>
              <a:gd name="adj" fmla="val 6556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</a:rPr>
              <a:t>6 </a:t>
            </a:r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</a:rPr>
              <a:t>- Project category</a:t>
            </a:r>
          </a:p>
        </p:txBody>
      </p:sp>
      <p:sp>
        <p:nvSpPr>
          <p:cNvPr id="73" name="Google Shape;204;p30"/>
          <p:cNvSpPr/>
          <p:nvPr/>
        </p:nvSpPr>
        <p:spPr>
          <a:xfrm>
            <a:off x="255922" y="2028353"/>
            <a:ext cx="1030305" cy="1620000"/>
          </a:xfrm>
          <a:prstGeom prst="roundRect">
            <a:avLst>
              <a:gd name="adj" fmla="val 12319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72000" tIns="45700" rIns="0" bIns="45700" anchor="t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3 </a:t>
            </a:r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- Project scope</a:t>
            </a:r>
          </a:p>
        </p:txBody>
      </p:sp>
      <p:sp>
        <p:nvSpPr>
          <p:cNvPr id="74" name="Google Shape;215;p30"/>
          <p:cNvSpPr/>
          <p:nvPr/>
        </p:nvSpPr>
        <p:spPr>
          <a:xfrm>
            <a:off x="254693" y="2028353"/>
            <a:ext cx="4916203" cy="1620000"/>
          </a:xfrm>
          <a:prstGeom prst="roundRect">
            <a:avLst>
              <a:gd name="adj" fmla="val 6556"/>
            </a:avLst>
          </a:prstGeom>
          <a:noFill/>
          <a:ln w="9525" cap="flat" cmpd="sng">
            <a:solidFill>
              <a:srgbClr val="5257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Lato"/>
              <a:cs typeface="Lato"/>
              <a:sym typeface="Lato"/>
            </a:endParaRPr>
          </a:p>
        </p:txBody>
      </p:sp>
      <p:sp>
        <p:nvSpPr>
          <p:cNvPr id="75" name="Google Shape;235;p30"/>
          <p:cNvSpPr txBox="1"/>
          <p:nvPr/>
        </p:nvSpPr>
        <p:spPr>
          <a:xfrm>
            <a:off x="1492072" y="4493418"/>
            <a:ext cx="1405101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912813">
              <a:buClr>
                <a:srgbClr val="D8D8D8"/>
              </a:buClr>
              <a:defRPr/>
            </a:pPr>
            <a:r>
              <a:rPr lang="en-US" altLang="fr-FR" sz="700" dirty="0">
                <a:solidFill>
                  <a:srgbClr val="4285F4"/>
                </a:solidFill>
                <a:latin typeface="Lato Regular"/>
              </a:rPr>
              <a:t>Regulatory</a:t>
            </a:r>
          </a:p>
          <a:p>
            <a:pPr defTabSz="912813">
              <a:buClr>
                <a:srgbClr val="D8D8D8"/>
              </a:buClr>
              <a:defRPr/>
            </a:pPr>
            <a:r>
              <a:rPr lang="en-US" altLang="fr-FR" sz="700" dirty="0">
                <a:solidFill>
                  <a:srgbClr val="4285F4"/>
                </a:solidFill>
                <a:latin typeface="Lato Regular"/>
              </a:rPr>
              <a:t>Business Development</a:t>
            </a:r>
          </a:p>
          <a:p>
            <a:pPr defTabSz="912813">
              <a:buClr>
                <a:srgbClr val="D8D8D8"/>
              </a:buClr>
              <a:defRPr/>
            </a:pPr>
            <a:r>
              <a:rPr lang="en-US" altLang="fr-FR" sz="700" dirty="0">
                <a:solidFill>
                  <a:srgbClr val="4285F4"/>
                </a:solidFill>
                <a:latin typeface="Lato Regular"/>
              </a:rPr>
              <a:t>Client</a:t>
            </a:r>
          </a:p>
          <a:p>
            <a:pPr defTabSz="912813">
              <a:buClr>
                <a:srgbClr val="D8D8D8"/>
              </a:buClr>
              <a:defRPr/>
            </a:pPr>
            <a:r>
              <a:rPr lang="en-US" sz="700" dirty="0">
                <a:solidFill>
                  <a:srgbClr val="4285F4"/>
                </a:solidFill>
                <a:latin typeface="Lato Regular"/>
              </a:rPr>
              <a:t>Internal/Productivity</a:t>
            </a:r>
          </a:p>
          <a:p>
            <a:pPr defTabSz="912813">
              <a:buClr>
                <a:srgbClr val="D8D8D8"/>
              </a:buClr>
              <a:defRPr/>
            </a:pPr>
            <a:r>
              <a:rPr lang="en-US" altLang="fr-FR" sz="700" dirty="0">
                <a:solidFill>
                  <a:srgbClr val="00B050"/>
                </a:solidFill>
                <a:latin typeface="Lato Regular"/>
              </a:rPr>
              <a:t>CSR/ HR  : engagement</a:t>
            </a:r>
          </a:p>
        </p:txBody>
      </p:sp>
      <p:pic>
        <p:nvPicPr>
          <p:cNvPr id="76" name="Image 7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183" y="4918701"/>
            <a:ext cx="99445" cy="109486"/>
          </a:xfrm>
          <a:prstGeom prst="rect">
            <a:avLst/>
          </a:prstGeom>
        </p:spPr>
      </p:pic>
      <p:sp>
        <p:nvSpPr>
          <p:cNvPr id="77" name="Google Shape;247;p30"/>
          <p:cNvSpPr txBox="1"/>
          <p:nvPr/>
        </p:nvSpPr>
        <p:spPr>
          <a:xfrm>
            <a:off x="6282720" y="2973031"/>
            <a:ext cx="2703929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t" anchorCtr="0">
            <a:spAutoFit/>
          </a:bodyPr>
          <a:lstStyle/>
          <a:p>
            <a:pPr defTabSz="914400"/>
            <a:r>
              <a:rPr lang="en-US" sz="1000" b="1" dirty="0">
                <a:solidFill>
                  <a:srgbClr val="4285F4"/>
                </a:solidFill>
                <a:latin typeface="Lato Regular"/>
              </a:rPr>
              <a:t>IT Run cost </a:t>
            </a:r>
            <a:r>
              <a:rPr lang="en-US" sz="1000" dirty="0">
                <a:solidFill>
                  <a:srgbClr val="4285F4"/>
                </a:solidFill>
                <a:latin typeface="Lato Regular"/>
              </a:rPr>
              <a:t>(MD / K€): 11,2 k€ HT</a:t>
            </a:r>
          </a:p>
        </p:txBody>
      </p:sp>
      <p:sp>
        <p:nvSpPr>
          <p:cNvPr id="79" name="Google Shape;236;p30"/>
          <p:cNvSpPr/>
          <p:nvPr/>
        </p:nvSpPr>
        <p:spPr>
          <a:xfrm>
            <a:off x="1290314" y="3716129"/>
            <a:ext cx="687605" cy="684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defTabSz="914400"/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5.1 Duration</a:t>
            </a:r>
            <a:endParaRPr lang="en-US" sz="1050" b="1" dirty="0">
              <a:solidFill>
                <a:srgbClr val="000000"/>
              </a:solidFill>
              <a:ea typeface="Lato"/>
              <a:cs typeface="Lato"/>
            </a:endParaRPr>
          </a:p>
        </p:txBody>
      </p:sp>
      <p:sp>
        <p:nvSpPr>
          <p:cNvPr id="80" name="Google Shape;236;p30"/>
          <p:cNvSpPr/>
          <p:nvPr/>
        </p:nvSpPr>
        <p:spPr>
          <a:xfrm>
            <a:off x="6241507" y="623518"/>
            <a:ext cx="790756" cy="576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1.2 Main Value Axis</a:t>
            </a:r>
          </a:p>
          <a:p>
            <a:pPr lvl="0" defTabSz="914400"/>
            <a:r>
              <a:rPr lang="en-US" sz="800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(cf. Appendix)</a:t>
            </a:r>
            <a:endParaRPr lang="en-US" sz="800" dirty="0">
              <a:solidFill>
                <a:srgbClr val="000000"/>
              </a:solidFill>
              <a:latin typeface="Lato Regular"/>
            </a:endParaRPr>
          </a:p>
        </p:txBody>
      </p:sp>
      <p:sp>
        <p:nvSpPr>
          <p:cNvPr id="81" name="Google Shape;229;p30"/>
          <p:cNvSpPr txBox="1"/>
          <p:nvPr/>
        </p:nvSpPr>
        <p:spPr>
          <a:xfrm>
            <a:off x="7032263" y="739964"/>
            <a:ext cx="1954386" cy="22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t" anchorCtr="0">
            <a:spAutoFit/>
          </a:bodyPr>
          <a:lstStyle/>
          <a:p>
            <a:pPr defTabSz="914400"/>
            <a:r>
              <a:rPr lang="en-US" sz="1000" dirty="0">
                <a:solidFill>
                  <a:srgbClr val="4285F4"/>
                </a:solidFill>
                <a:latin typeface="Lato Regular"/>
              </a:rPr>
              <a:t>People engagement</a:t>
            </a:r>
            <a:endParaRPr lang="en-US" sz="1000" dirty="0">
              <a:solidFill>
                <a:srgbClr val="000000"/>
              </a:solidFill>
              <a:latin typeface="Lato Regular"/>
            </a:endParaRPr>
          </a:p>
        </p:txBody>
      </p:sp>
      <p:sp>
        <p:nvSpPr>
          <p:cNvPr id="82" name="Google Shape;248;p30"/>
          <p:cNvSpPr txBox="1"/>
          <p:nvPr/>
        </p:nvSpPr>
        <p:spPr>
          <a:xfrm>
            <a:off x="1910443" y="3752473"/>
            <a:ext cx="1728035" cy="611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ctr" anchorCtr="0">
            <a:spAutoFit/>
          </a:bodyPr>
          <a:lstStyle/>
          <a:p>
            <a:pPr defTabSz="914400">
              <a:spcBef>
                <a:spcPts val="300"/>
              </a:spcBef>
            </a:pPr>
            <a:r>
              <a:rPr lang="en-US" sz="1000" dirty="0">
                <a:solidFill>
                  <a:srgbClr val="4285F4"/>
                </a:solidFill>
                <a:latin typeface="Lato Regular"/>
              </a:rPr>
              <a:t>Start Date: end of April 2025</a:t>
            </a:r>
          </a:p>
          <a:p>
            <a:pPr defTabSz="914400">
              <a:spcBef>
                <a:spcPts val="300"/>
              </a:spcBef>
            </a:pPr>
            <a:r>
              <a:rPr lang="en-US" sz="1000" dirty="0">
                <a:solidFill>
                  <a:srgbClr val="4285F4"/>
                </a:solidFill>
                <a:latin typeface="Lato Regular"/>
              </a:rPr>
              <a:t>End Date: end December 2025</a:t>
            </a:r>
          </a:p>
        </p:txBody>
      </p:sp>
      <p:sp>
        <p:nvSpPr>
          <p:cNvPr id="84" name="Google Shape;244;p30"/>
          <p:cNvSpPr txBox="1"/>
          <p:nvPr/>
        </p:nvSpPr>
        <p:spPr>
          <a:xfrm>
            <a:off x="4149806" y="4539585"/>
            <a:ext cx="2994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912813">
              <a:spcBef>
                <a:spcPts val="300"/>
              </a:spcBef>
              <a:buClr>
                <a:srgbClr val="D8D8D8"/>
              </a:buClr>
              <a:defRPr sz="700">
                <a:solidFill>
                  <a:srgbClr val="4285F4"/>
                </a:solidFill>
                <a:latin typeface="Lato Regular"/>
              </a:defRPr>
            </a:lvl1pPr>
          </a:lstStyle>
          <a:p>
            <a:pPr>
              <a:spcBef>
                <a:spcPts val="600"/>
              </a:spcBef>
            </a:pPr>
            <a:r>
              <a:rPr lang="en-US" sz="1000" dirty="0"/>
              <a:t>Yes</a:t>
            </a:r>
          </a:p>
          <a:p>
            <a:pPr>
              <a:spcBef>
                <a:spcPts val="600"/>
              </a:spcBef>
            </a:pPr>
            <a:r>
              <a:rPr lang="en-US" sz="1000" dirty="0"/>
              <a:t>No</a:t>
            </a:r>
          </a:p>
        </p:txBody>
      </p:sp>
      <p:pic>
        <p:nvPicPr>
          <p:cNvPr id="85" name="Image 7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240" y="4891764"/>
            <a:ext cx="99445" cy="109486"/>
          </a:xfrm>
          <a:prstGeom prst="rect">
            <a:avLst/>
          </a:prstGeom>
        </p:spPr>
      </p:pic>
      <p:sp>
        <p:nvSpPr>
          <p:cNvPr id="86" name="Google Shape;230;p30"/>
          <p:cNvSpPr/>
          <p:nvPr/>
        </p:nvSpPr>
        <p:spPr>
          <a:xfrm>
            <a:off x="3946427" y="1262513"/>
            <a:ext cx="923825" cy="684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2.2 Tangible results in the next 3 months</a:t>
            </a:r>
            <a:endParaRPr lang="en-US" sz="1050" dirty="0">
              <a:solidFill>
                <a:srgbClr val="FFFFFF"/>
              </a:solidFill>
              <a:ea typeface="Lato"/>
              <a:cs typeface="Lato"/>
              <a:sym typeface="Lato"/>
            </a:endParaRPr>
          </a:p>
        </p:txBody>
      </p:sp>
      <p:sp>
        <p:nvSpPr>
          <p:cNvPr id="87" name="Google Shape;248;p30"/>
          <p:cNvSpPr txBox="1"/>
          <p:nvPr/>
        </p:nvSpPr>
        <p:spPr>
          <a:xfrm>
            <a:off x="1305832" y="2170832"/>
            <a:ext cx="3845458" cy="949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t" anchorCtr="0">
            <a:spAutoFit/>
          </a:bodyPr>
          <a:lstStyle/>
          <a:p>
            <a:pPr defTabSz="914400"/>
            <a:r>
              <a:rPr lang="en-US" sz="900" dirty="0">
                <a:solidFill>
                  <a:srgbClr val="4285F4"/>
                </a:solidFill>
                <a:latin typeface="Lato Regular"/>
              </a:rPr>
              <a:t>Scope 2025: Pilot in France </a:t>
            </a:r>
          </a:p>
          <a:p>
            <a:pPr defTabSz="914400"/>
            <a:endParaRPr lang="en-US" sz="900" dirty="0">
              <a:solidFill>
                <a:srgbClr val="4285F4"/>
              </a:solidFill>
              <a:latin typeface="Lato Regular"/>
            </a:endParaRPr>
          </a:p>
          <a:p>
            <a:pPr defTabSz="914400"/>
            <a:r>
              <a:rPr lang="en-US" sz="900" dirty="0">
                <a:solidFill>
                  <a:srgbClr val="4285F4"/>
                </a:solidFill>
                <a:latin typeface="Lato Regular"/>
              </a:rPr>
              <a:t>before international extension (waiting for the GO from the EXCO </a:t>
            </a:r>
            <a:r>
              <a:rPr lang="en-US" sz="900" dirty="0" err="1">
                <a:solidFill>
                  <a:srgbClr val="4285F4"/>
                </a:solidFill>
                <a:latin typeface="Lato Regular"/>
              </a:rPr>
              <a:t>CAsa</a:t>
            </a:r>
            <a:r>
              <a:rPr lang="en-US" sz="900" dirty="0">
                <a:solidFill>
                  <a:srgbClr val="4285F4"/>
                </a:solidFill>
                <a:latin typeface="Lato Regular"/>
              </a:rPr>
              <a:t> : summer 2025) </a:t>
            </a:r>
          </a:p>
          <a:p>
            <a:pPr defTabSz="914400"/>
            <a:endParaRPr lang="en-US" sz="300" dirty="0">
              <a:solidFill>
                <a:srgbClr val="4285F4"/>
              </a:solidFill>
              <a:latin typeface="Lato Regular"/>
            </a:endParaRPr>
          </a:p>
          <a:p>
            <a:pPr marL="171450" indent="-171450" defTabSz="914400">
              <a:buFontTx/>
              <a:buChar char="-"/>
            </a:pPr>
            <a:endParaRPr lang="en-US" sz="800" dirty="0">
              <a:solidFill>
                <a:srgbClr val="4285F4"/>
              </a:solidFill>
              <a:latin typeface="Lato Regular"/>
            </a:endParaRPr>
          </a:p>
          <a:p>
            <a:pPr defTabSz="914400"/>
            <a:r>
              <a:rPr lang="en-US" sz="1000" dirty="0">
                <a:solidFill>
                  <a:srgbClr val="4285F4"/>
                </a:solidFill>
                <a:latin typeface="Lato Regular"/>
              </a:rPr>
              <a:t> </a:t>
            </a:r>
          </a:p>
        </p:txBody>
      </p:sp>
      <p:sp>
        <p:nvSpPr>
          <p:cNvPr id="88" name="Google Shape;217;p30"/>
          <p:cNvSpPr/>
          <p:nvPr/>
        </p:nvSpPr>
        <p:spPr>
          <a:xfrm>
            <a:off x="5306669" y="2028353"/>
            <a:ext cx="3679982" cy="1620000"/>
          </a:xfrm>
          <a:prstGeom prst="roundRect">
            <a:avLst>
              <a:gd name="adj" fmla="val 6556"/>
            </a:avLst>
          </a:prstGeom>
          <a:noFill/>
          <a:ln w="9525" cap="flat" cmpd="sng">
            <a:solidFill>
              <a:srgbClr val="5257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100"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Lato"/>
              <a:cs typeface="Lato"/>
              <a:sym typeface="Lato"/>
            </a:endParaRPr>
          </a:p>
        </p:txBody>
      </p:sp>
      <p:sp>
        <p:nvSpPr>
          <p:cNvPr id="92" name="Google Shape;248;p30"/>
          <p:cNvSpPr txBox="1"/>
          <p:nvPr/>
        </p:nvSpPr>
        <p:spPr>
          <a:xfrm>
            <a:off x="2211229" y="1237775"/>
            <a:ext cx="1712684" cy="688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t" anchorCtr="0">
            <a:spAutoFit/>
          </a:bodyPr>
          <a:lstStyle/>
          <a:p>
            <a:pPr defTabSz="914400">
              <a:buClr>
                <a:srgbClr val="000000"/>
              </a:buClr>
              <a:buSzPts val="900"/>
              <a:defRPr/>
            </a:pPr>
            <a:r>
              <a:rPr lang="en-US" sz="1000" b="1" dirty="0">
                <a:solidFill>
                  <a:srgbClr val="4285F4"/>
                </a:solidFill>
                <a:latin typeface="Lato Regular"/>
              </a:rPr>
              <a:t>Acquisition rate: number of opened accounts</a:t>
            </a:r>
          </a:p>
          <a:p>
            <a:pPr defTabSz="914400">
              <a:buClr>
                <a:srgbClr val="000000"/>
              </a:buClr>
              <a:buSzPts val="900"/>
              <a:defRPr/>
            </a:pPr>
            <a:r>
              <a:rPr lang="en-US" sz="1000" b="1" dirty="0">
                <a:solidFill>
                  <a:srgbClr val="4285F4"/>
                </a:solidFill>
                <a:latin typeface="Lato Regular"/>
              </a:rPr>
              <a:t>Engagement rate: number of missions subscriptions</a:t>
            </a:r>
          </a:p>
        </p:txBody>
      </p:sp>
      <p:sp>
        <p:nvSpPr>
          <p:cNvPr id="93" name="Google Shape;248;p30"/>
          <p:cNvSpPr txBox="1"/>
          <p:nvPr/>
        </p:nvSpPr>
        <p:spPr>
          <a:xfrm>
            <a:off x="4868225" y="1241401"/>
            <a:ext cx="1366449" cy="611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t" anchorCtr="0">
            <a:spAutoFit/>
          </a:bodyPr>
          <a:lstStyle/>
          <a:p>
            <a:pPr defTabSz="914400"/>
            <a:r>
              <a:rPr lang="en-US" sz="700" dirty="0">
                <a:solidFill>
                  <a:srgbClr val="4285F4"/>
                </a:solidFill>
                <a:latin typeface="Lato Regular"/>
              </a:rPr>
              <a:t>A representative number of employees who: </a:t>
            </a:r>
          </a:p>
          <a:p>
            <a:pPr marL="171450" indent="-171450" defTabSz="914400">
              <a:buFontTx/>
              <a:buChar char="-"/>
            </a:pPr>
            <a:r>
              <a:rPr lang="en-US" sz="700" dirty="0">
                <a:solidFill>
                  <a:srgbClr val="4285F4"/>
                </a:solidFill>
                <a:latin typeface="Lato Regular"/>
              </a:rPr>
              <a:t>registered on the platform</a:t>
            </a:r>
          </a:p>
          <a:p>
            <a:pPr marL="171450" indent="-171450" defTabSz="914400">
              <a:buFontTx/>
              <a:buChar char="-"/>
            </a:pPr>
            <a:r>
              <a:rPr lang="en-US" sz="700" dirty="0">
                <a:solidFill>
                  <a:srgbClr val="4285F4"/>
                </a:solidFill>
                <a:latin typeface="Lato Regular"/>
              </a:rPr>
              <a:t>Signed up for missions</a:t>
            </a:r>
          </a:p>
          <a:p>
            <a:pPr marL="171450" indent="-171450" defTabSz="914400">
              <a:buFontTx/>
              <a:buChar char="-"/>
            </a:pPr>
            <a:r>
              <a:rPr lang="en-US" sz="700" dirty="0">
                <a:solidFill>
                  <a:srgbClr val="4285F4"/>
                </a:solidFill>
                <a:latin typeface="Lato Regular"/>
              </a:rPr>
              <a:t>Realized missions</a:t>
            </a:r>
          </a:p>
        </p:txBody>
      </p:sp>
      <p:sp>
        <p:nvSpPr>
          <p:cNvPr id="94" name="Google Shape;248;p30"/>
          <p:cNvSpPr txBox="1"/>
          <p:nvPr/>
        </p:nvSpPr>
        <p:spPr>
          <a:xfrm>
            <a:off x="7067613" y="1274686"/>
            <a:ext cx="1965618" cy="688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t" anchorCtr="0">
            <a:spAutoFit/>
          </a:bodyPr>
          <a:lstStyle/>
          <a:p>
            <a:pPr defTabSz="914400"/>
            <a:r>
              <a:rPr lang="en-US" sz="1000" b="1" dirty="0">
                <a:solidFill>
                  <a:srgbClr val="4285F4"/>
                </a:solidFill>
                <a:latin typeface="Lato Regular"/>
              </a:rPr>
              <a:t>Number of missions and traffic on the platform will be </a:t>
            </a:r>
            <a:r>
              <a:rPr lang="en-US" sz="1000" b="1" dirty="0" err="1">
                <a:solidFill>
                  <a:srgbClr val="4285F4"/>
                </a:solidFill>
                <a:latin typeface="Lato Regular"/>
              </a:rPr>
              <a:t>analysed</a:t>
            </a:r>
            <a:r>
              <a:rPr lang="en-US" sz="1000" b="1" dirty="0">
                <a:solidFill>
                  <a:srgbClr val="4285F4"/>
                </a:solidFill>
                <a:latin typeface="Lato Regular"/>
              </a:rPr>
              <a:t> before extending </a:t>
            </a:r>
            <a:r>
              <a:rPr lang="en-US" sz="1000" b="1" dirty="0" err="1">
                <a:solidFill>
                  <a:srgbClr val="4285F4"/>
                </a:solidFill>
                <a:latin typeface="Lato Regular"/>
              </a:rPr>
              <a:t>J’Agis</a:t>
            </a:r>
            <a:r>
              <a:rPr lang="en-US" sz="1000" b="1" dirty="0">
                <a:solidFill>
                  <a:srgbClr val="4285F4"/>
                </a:solidFill>
                <a:latin typeface="Lato Regular"/>
              </a:rPr>
              <a:t> to International entities</a:t>
            </a:r>
          </a:p>
        </p:txBody>
      </p:sp>
      <p:sp>
        <p:nvSpPr>
          <p:cNvPr id="47" name="Google Shape;233;p30"/>
          <p:cNvSpPr/>
          <p:nvPr/>
        </p:nvSpPr>
        <p:spPr>
          <a:xfrm>
            <a:off x="4841032" y="4464417"/>
            <a:ext cx="1152000" cy="612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8 </a:t>
            </a:r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- Compliance topics checked?</a:t>
            </a:r>
            <a:endParaRPr lang="en-US" sz="1050" dirty="0">
              <a:solidFill>
                <a:srgbClr val="FFFFFF"/>
              </a:solidFill>
              <a:ea typeface="Lato"/>
              <a:cs typeface="Lato"/>
              <a:sym typeface="Lato"/>
            </a:endParaRPr>
          </a:p>
        </p:txBody>
      </p:sp>
      <p:sp>
        <p:nvSpPr>
          <p:cNvPr id="49" name="Google Shape;244;p30"/>
          <p:cNvSpPr txBox="1"/>
          <p:nvPr/>
        </p:nvSpPr>
        <p:spPr>
          <a:xfrm>
            <a:off x="6219317" y="4539585"/>
            <a:ext cx="2994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912813">
              <a:spcBef>
                <a:spcPts val="300"/>
              </a:spcBef>
              <a:buClr>
                <a:srgbClr val="D8D8D8"/>
              </a:buClr>
              <a:defRPr sz="700">
                <a:solidFill>
                  <a:srgbClr val="4285F4"/>
                </a:solidFill>
                <a:latin typeface="Lato Regular"/>
              </a:defRPr>
            </a:lvl1pPr>
          </a:lstStyle>
          <a:p>
            <a:pPr>
              <a:spcBef>
                <a:spcPts val="600"/>
              </a:spcBef>
            </a:pPr>
            <a:r>
              <a:rPr lang="en-US" sz="1000" dirty="0"/>
              <a:t>Yes</a:t>
            </a:r>
          </a:p>
          <a:p>
            <a:pPr>
              <a:spcBef>
                <a:spcPts val="600"/>
              </a:spcBef>
            </a:pPr>
            <a:r>
              <a:rPr lang="en-US" sz="1000" dirty="0"/>
              <a:t>No</a:t>
            </a:r>
          </a:p>
        </p:txBody>
      </p:sp>
      <p:pic>
        <p:nvPicPr>
          <p:cNvPr id="50" name="Image 7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632" y="4623376"/>
            <a:ext cx="99445" cy="109486"/>
          </a:xfrm>
          <a:prstGeom prst="rect">
            <a:avLst/>
          </a:prstGeom>
        </p:spPr>
      </p:pic>
      <p:sp>
        <p:nvSpPr>
          <p:cNvPr id="83" name="Google Shape;233;p30"/>
          <p:cNvSpPr/>
          <p:nvPr/>
        </p:nvSpPr>
        <p:spPr>
          <a:xfrm>
            <a:off x="7024526" y="4456484"/>
            <a:ext cx="1152000" cy="612000"/>
          </a:xfrm>
          <a:prstGeom prst="roundRect">
            <a:avLst>
              <a:gd name="adj" fmla="val 0"/>
            </a:avLst>
          </a:prstGeom>
          <a:solidFill>
            <a:srgbClr val="C4C6C9">
              <a:alpha val="14900"/>
            </a:srgbClr>
          </a:solidFill>
          <a:ln>
            <a:noFill/>
          </a:ln>
        </p:spPr>
        <p:txBody>
          <a:bodyPr spcFirstLastPara="1" wrap="square" lIns="72000" tIns="45700" rIns="0" bIns="45700" anchor="ctr" anchorCtr="0">
            <a:noAutofit/>
          </a:bodyPr>
          <a:lstStyle/>
          <a:p>
            <a:pPr lvl="0" defTabSz="914400"/>
            <a:r>
              <a:rPr lang="en-US" sz="1050" b="1" dirty="0">
                <a:solidFill>
                  <a:srgbClr val="D0131D"/>
                </a:solidFill>
                <a:ea typeface="Lato"/>
                <a:cs typeface="Lato"/>
                <a:sym typeface="Lato"/>
              </a:rPr>
              <a:t>9 </a:t>
            </a:r>
            <a:r>
              <a:rPr lang="en-US" sz="1050" b="1" dirty="0">
                <a:solidFill>
                  <a:srgbClr val="000000"/>
                </a:solidFill>
                <a:ea typeface="Lato"/>
                <a:cs typeface="Lato"/>
                <a:sym typeface="Lato"/>
              </a:rPr>
              <a:t>– Data Privacy implication?</a:t>
            </a:r>
            <a:endParaRPr lang="en-US" sz="1050" dirty="0">
              <a:solidFill>
                <a:srgbClr val="FFFFFF"/>
              </a:solidFill>
              <a:ea typeface="Lato"/>
              <a:cs typeface="Lato"/>
              <a:sym typeface="Lato"/>
            </a:endParaRPr>
          </a:p>
        </p:txBody>
      </p:sp>
      <p:sp>
        <p:nvSpPr>
          <p:cNvPr id="89" name="Google Shape;244;p30"/>
          <p:cNvSpPr txBox="1"/>
          <p:nvPr/>
        </p:nvSpPr>
        <p:spPr>
          <a:xfrm>
            <a:off x="8422041" y="4539585"/>
            <a:ext cx="2994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912813">
              <a:spcBef>
                <a:spcPts val="300"/>
              </a:spcBef>
              <a:buClr>
                <a:srgbClr val="D8D8D8"/>
              </a:buClr>
              <a:defRPr sz="700">
                <a:solidFill>
                  <a:srgbClr val="4285F4"/>
                </a:solidFill>
                <a:latin typeface="Lato Regular"/>
              </a:defRPr>
            </a:lvl1pPr>
          </a:lstStyle>
          <a:p>
            <a:pPr>
              <a:spcBef>
                <a:spcPts val="600"/>
              </a:spcBef>
            </a:pPr>
            <a:r>
              <a:rPr lang="en-US" sz="1000" dirty="0"/>
              <a:t>Yes</a:t>
            </a:r>
          </a:p>
          <a:p>
            <a:pPr>
              <a:spcBef>
                <a:spcPts val="600"/>
              </a:spcBef>
            </a:pPr>
            <a:r>
              <a:rPr lang="en-US" sz="1000" dirty="0"/>
              <a:t>No</a:t>
            </a:r>
          </a:p>
        </p:txBody>
      </p:sp>
      <p:pic>
        <p:nvPicPr>
          <p:cNvPr id="90" name="Image 7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561" y="4645634"/>
            <a:ext cx="99445" cy="109486"/>
          </a:xfrm>
          <a:prstGeom prst="rect">
            <a:avLst/>
          </a:prstGeom>
        </p:spPr>
      </p:pic>
      <p:sp>
        <p:nvSpPr>
          <p:cNvPr id="91" name="Google Shape;238;p30"/>
          <p:cNvSpPr txBox="1"/>
          <p:nvPr/>
        </p:nvSpPr>
        <p:spPr>
          <a:xfrm>
            <a:off x="7582864" y="3758182"/>
            <a:ext cx="1342061" cy="62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36000" rIns="36000" bIns="36000" anchor="ctr" anchorCtr="0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4285F4"/>
                </a:solidFill>
                <a:latin typeface="Lato Regular"/>
              </a:rPr>
              <a:t>Internal: /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4285F4"/>
                </a:solidFill>
                <a:latin typeface="Lato Regular"/>
              </a:rPr>
              <a:t>External: Crédit Agricole S.A. (Team “</a:t>
            </a:r>
            <a:r>
              <a:rPr lang="en-US" sz="900" dirty="0" err="1">
                <a:solidFill>
                  <a:srgbClr val="4285F4"/>
                </a:solidFill>
                <a:latin typeface="Lato Regular"/>
              </a:rPr>
              <a:t>mécénat</a:t>
            </a:r>
            <a:r>
              <a:rPr lang="en-US" sz="900" dirty="0">
                <a:solidFill>
                  <a:srgbClr val="4285F4"/>
                </a:solidFill>
                <a:latin typeface="Lato Regular"/>
              </a:rPr>
              <a:t>”) + </a:t>
            </a:r>
            <a:r>
              <a:rPr lang="en-US" sz="900" dirty="0" err="1">
                <a:solidFill>
                  <a:srgbClr val="4285F4"/>
                </a:solidFill>
                <a:latin typeface="Lato Regular"/>
              </a:rPr>
              <a:t>Wenabi</a:t>
            </a:r>
            <a:endParaRPr lang="en-US" sz="900" dirty="0">
              <a:solidFill>
                <a:srgbClr val="4285F4"/>
              </a:solidFill>
              <a:latin typeface="Lato Regular"/>
            </a:endParaRPr>
          </a:p>
        </p:txBody>
      </p:sp>
    </p:spTree>
    <p:extLst>
      <p:ext uri="{BB962C8B-B14F-4D97-AF65-F5344CB8AC3E}">
        <p14:creationId xmlns:p14="http://schemas.microsoft.com/office/powerpoint/2010/main" val="7212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5899" y="268061"/>
            <a:ext cx="5388233" cy="401156"/>
          </a:xfrm>
        </p:spPr>
        <p:txBody>
          <a:bodyPr lIns="91440" tIns="45720" rIns="91440" bIns="45720" anchor="t"/>
          <a:lstStyle/>
          <a:p>
            <a:pPr algn="l"/>
            <a:r>
              <a:rPr lang="en-US" sz="1800" dirty="0">
                <a:solidFill>
                  <a:schemeClr val="tx2"/>
                </a:solidFill>
                <a:latin typeface="+mn-lt"/>
              </a:rPr>
              <a:t>Competencies volunteering - Platform “</a:t>
            </a:r>
            <a:r>
              <a:rPr lang="en-US" sz="1800" dirty="0" err="1">
                <a:solidFill>
                  <a:schemeClr val="tx2"/>
                </a:solidFill>
                <a:latin typeface="+mn-lt"/>
              </a:rPr>
              <a:t>J’agis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”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Status Report as of 16/01/2026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8F62E4-E46B-494F-B7FF-31133B2E54E1}" type="slidenum">
              <a:rPr kumimoji="0" lang="fr-FR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2" name="Picture 4" descr="C:\Users\elor\AppData\Local\Microsoft\Windows\Temporary Internet Files\Content.IE5\69RN5B9C\skip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693" y="2790498"/>
            <a:ext cx="288032" cy="2880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346667" y="1944813"/>
            <a:ext cx="4986209" cy="188964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15974" y="1811586"/>
            <a:ext cx="249298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Achievements / What has been done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93527" y="2034573"/>
            <a:ext cx="3023198" cy="179988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4" name="ZoneTexte 43"/>
          <p:cNvSpPr txBox="1"/>
          <p:nvPr/>
        </p:nvSpPr>
        <p:spPr>
          <a:xfrm>
            <a:off x="6030491" y="1914998"/>
            <a:ext cx="164069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Next steps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0340" y="3985014"/>
            <a:ext cx="4978044" cy="88988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615974" y="3923050"/>
            <a:ext cx="249298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Risks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/ Difficulties encountered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93527" y="3985013"/>
            <a:ext cx="3031362" cy="88988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7" name="ZoneTexte 46"/>
          <p:cNvSpPr txBox="1"/>
          <p:nvPr/>
        </p:nvSpPr>
        <p:spPr>
          <a:xfrm>
            <a:off x="6052371" y="3911359"/>
            <a:ext cx="211825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Decision to be taken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4312" y="836319"/>
            <a:ext cx="8494549" cy="8992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39260" y="819775"/>
            <a:ext cx="6829824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Project scope/Opportunity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Offer CACEIS employees a charities platform. 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aim is to connect employees with associations and give them the possibility to realize missions for the civil society. 5 skills sponsorship days are offered. 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342" y="2064757"/>
            <a:ext cx="4832712" cy="2354491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SSO access: OK + DPO &amp; CISO validation: OK + </a:t>
            </a:r>
            <a:r>
              <a:rPr lang="en-US" sz="700" dirty="0">
                <a:solidFill>
                  <a:srgbClr val="000000"/>
                </a:solidFill>
                <a:ea typeface="Lato"/>
                <a:cs typeface="Lato"/>
              </a:rPr>
              <a:t>Signature of contract: end of June</a:t>
            </a:r>
            <a:endParaRPr lang="en-US" sz="7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MD presentation: 12/03 French Managing Committee presentation: 8/04 / French WC presentation: 11/04. 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Kick off of the platform: 29/04 - Communications, interventions, testimonies, animations,…</a:t>
            </a:r>
            <a:endParaRPr lang="en-US" sz="700" dirty="0">
              <a:solidFill>
                <a:srgbClr val="000000"/>
              </a:solidFill>
              <a:ea typeface="Lato"/>
              <a:cs typeface="Lato"/>
            </a:endParaRP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Presentation to the HR international Dev Co in the aim of international extension (12 Sep) =&gt; answers are still expected</a:t>
            </a: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Presentation to the Sustainability Center (29 </a:t>
            </a:r>
            <a:r>
              <a:rPr lang="en-US" sz="7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sep</a:t>
            </a: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</a:t>
            </a: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Webinar (26 Sep)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0000"/>
                </a:solidFill>
                <a:ea typeface="Lato"/>
                <a:cs typeface="Lato"/>
              </a:rPr>
              <a:t>Diversity Month (</a:t>
            </a:r>
            <a:r>
              <a:rPr lang="en-US" sz="700" dirty="0" err="1">
                <a:solidFill>
                  <a:srgbClr val="000000"/>
                </a:solidFill>
                <a:ea typeface="Lato"/>
                <a:cs typeface="Lato"/>
              </a:rPr>
              <a:t>nov</a:t>
            </a:r>
            <a:r>
              <a:rPr lang="en-US" sz="700" dirty="0">
                <a:solidFill>
                  <a:srgbClr val="000000"/>
                </a:solidFill>
                <a:ea typeface="Lato"/>
                <a:cs typeface="Lato"/>
              </a:rPr>
              <a:t>): Pushing missions following themes: gender balance, social diversity, disability, intergenerational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opened accounts: 341 employees activated accounts (of 1800 permanent contracts) =&gt; Acquisition rate: 18,9% / </a:t>
            </a:r>
            <a:r>
              <a:rPr lang="en-US" sz="700" dirty="0">
                <a:solidFill>
                  <a:srgbClr val="00B050"/>
                </a:solidFill>
                <a:ea typeface="Lato"/>
                <a:cs typeface="Lato"/>
              </a:rPr>
              <a:t>Satisfaction rate: 4.9/5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B050"/>
                </a:solidFill>
                <a:ea typeface="Lato"/>
                <a:cs typeface="Lato"/>
              </a:rPr>
              <a:t>Number of assignments subscriptions: 71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assignments: </a:t>
            </a:r>
            <a:r>
              <a:rPr lang="en-US" sz="7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48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realised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by 34 employees =&gt; Engagement rate*: 1,88%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16 </a:t>
            </a:r>
            <a:r>
              <a:rPr lang="en-US" sz="7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challenges realized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B050"/>
                </a:solidFill>
                <a:ea typeface="Lato"/>
                <a:cs typeface="Lato"/>
              </a:rPr>
              <a:t>Contribution to the International Volunteer Day and presentation of </a:t>
            </a:r>
            <a:r>
              <a:rPr lang="en-US" sz="700" dirty="0" err="1">
                <a:solidFill>
                  <a:srgbClr val="00B050"/>
                </a:solidFill>
                <a:ea typeface="Lato"/>
                <a:cs typeface="Lato"/>
              </a:rPr>
              <a:t>J’agis</a:t>
            </a:r>
            <a:r>
              <a:rPr lang="en-US" sz="700" dirty="0">
                <a:solidFill>
                  <a:srgbClr val="00B050"/>
                </a:solidFill>
                <a:ea typeface="Lato"/>
                <a:cs typeface="Lato"/>
              </a:rPr>
              <a:t> (8/12)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B050"/>
                </a:solidFill>
                <a:ea typeface="Lato"/>
                <a:cs typeface="Lato"/>
              </a:rPr>
              <a:t>Solidarity team building (risks department team) in </a:t>
            </a:r>
            <a:r>
              <a:rPr lang="en-US" sz="700">
                <a:solidFill>
                  <a:srgbClr val="00B050"/>
                </a:solidFill>
                <a:ea typeface="Lato"/>
                <a:cs typeface="Lato"/>
              </a:rPr>
              <a:t>a forest</a:t>
            </a:r>
            <a:endParaRPr lang="en-US" sz="700" dirty="0">
              <a:solidFill>
                <a:srgbClr val="00B050"/>
              </a:solidFill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endParaRPr lang="en-US" sz="700" dirty="0">
              <a:solidFill>
                <a:srgbClr val="00B050"/>
              </a:solidFill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defTabSz="914400"/>
            <a:endParaRPr lang="en-US" sz="700" dirty="0">
              <a:solidFill>
                <a:srgbClr val="4285F4"/>
              </a:solidFill>
              <a:latin typeface="Lato Regular"/>
            </a:endParaRPr>
          </a:p>
          <a:p>
            <a:pPr defTabSz="914400"/>
            <a:endParaRPr lang="en-US" sz="700" dirty="0">
              <a:solidFill>
                <a:srgbClr val="4285F4"/>
              </a:solidFill>
              <a:latin typeface="Lato Regular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337783" y="317177"/>
            <a:ext cx="1480076" cy="13091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97491" y="2266466"/>
            <a:ext cx="3113575" cy="1200329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Go on 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ollowing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the rate of global engagement: 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Acquisition rate: number of opened accounts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Engagement rate: number of missions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realised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Go on 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rganising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webinars to strengthen visibility of </a:t>
            </a:r>
            <a:r>
              <a:rPr lang="en-US" sz="8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J’agis</a:t>
            </a:r>
            <a:endParaRPr lang="en-US" sz="8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800" dirty="0">
                <a:solidFill>
                  <a:srgbClr val="000000"/>
                </a:solidFill>
                <a:ea typeface="Lato"/>
                <a:cs typeface="Lato"/>
              </a:rPr>
              <a:t>Define 2026 roadmap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Collect entities answers on the decision to roll out or not “WE ACT”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lang="en-US" sz="8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43467" y="1338270"/>
            <a:ext cx="1470961" cy="26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Regular"/>
              <a:ea typeface="+mn-ea"/>
              <a:cs typeface="+mn-cs"/>
            </a:endParaRPr>
          </a:p>
        </p:txBody>
      </p:sp>
      <p:sp>
        <p:nvSpPr>
          <p:cNvPr id="25" name="Flowchart: Connector 111"/>
          <p:cNvSpPr/>
          <p:nvPr/>
        </p:nvSpPr>
        <p:spPr>
          <a:xfrm>
            <a:off x="7549479" y="1349543"/>
            <a:ext cx="252000" cy="252000"/>
          </a:xfrm>
          <a:prstGeom prst="flowChartConnector">
            <a:avLst/>
          </a:prstGeom>
          <a:solidFill>
            <a:srgbClr val="FF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R</a:t>
            </a:r>
          </a:p>
        </p:txBody>
      </p:sp>
      <p:sp>
        <p:nvSpPr>
          <p:cNvPr id="27" name="Flowchart: Connector 28"/>
          <p:cNvSpPr/>
          <p:nvPr/>
        </p:nvSpPr>
        <p:spPr>
          <a:xfrm>
            <a:off x="7967675" y="1344186"/>
            <a:ext cx="252000" cy="252000"/>
          </a:xfrm>
          <a:prstGeom prst="flowChartConnector">
            <a:avLst/>
          </a:prstGeom>
          <a:solidFill>
            <a:schemeClr val="accent5"/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144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43467" y="466812"/>
            <a:ext cx="1470961" cy="36720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Sponsor : 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IT PM : not required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Project committee : 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3467" y="838697"/>
            <a:ext cx="1470961" cy="33948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Planned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Burnt :  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 Regular"/>
              <a:ea typeface="Lato Regular"/>
              <a:cs typeface="Lato Regular"/>
            </a:endParaRPr>
          </a:p>
        </p:txBody>
      </p:sp>
      <p:pic>
        <p:nvPicPr>
          <p:cNvPr id="30" name="Image 29" descr="Public Domain Clip Art Image | Map Pin with Shadow | ID ..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685" y="137856"/>
            <a:ext cx="287385" cy="325483"/>
          </a:xfrm>
          <a:prstGeom prst="rect">
            <a:avLst/>
          </a:prstGeom>
        </p:spPr>
      </p:pic>
      <p:sp>
        <p:nvSpPr>
          <p:cNvPr id="33" name="Flowchart: Connector 28"/>
          <p:cNvSpPr/>
          <p:nvPr/>
        </p:nvSpPr>
        <p:spPr>
          <a:xfrm>
            <a:off x="8370616" y="1351864"/>
            <a:ext cx="252000" cy="252000"/>
          </a:xfrm>
          <a:prstGeom prst="flowChartConnector">
            <a:avLst/>
          </a:prstGeom>
          <a:solidFill>
            <a:srgbClr val="00B05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G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CCAA4C53-564E-0253-7A28-618D092E6CA3}"/>
              </a:ext>
            </a:extLst>
          </p:cNvPr>
          <p:cNvGraphicFramePr/>
          <p:nvPr/>
        </p:nvGraphicFramePr>
        <p:xfrm>
          <a:off x="6493783" y="166336"/>
          <a:ext cx="806142" cy="508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9B4E8B42-16EC-62F6-1590-37E67EF3BC50}"/>
              </a:ext>
            </a:extLst>
          </p:cNvPr>
          <p:cNvSpPr txBox="1"/>
          <p:nvPr/>
        </p:nvSpPr>
        <p:spPr>
          <a:xfrm>
            <a:off x="6412792" y="258795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0%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85F0788-7DD2-F922-2547-1926DE40BB66}"/>
              </a:ext>
            </a:extLst>
          </p:cNvPr>
          <p:cNvSpPr txBox="1"/>
          <p:nvPr/>
        </p:nvSpPr>
        <p:spPr>
          <a:xfrm>
            <a:off x="6709041" y="23621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25%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D6F548F-8A1E-67CD-1524-7A0A42F3614C}"/>
              </a:ext>
            </a:extLst>
          </p:cNvPr>
          <p:cNvSpPr txBox="1"/>
          <p:nvPr/>
        </p:nvSpPr>
        <p:spPr>
          <a:xfrm>
            <a:off x="6717987" y="605004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75000"/>
                  </a:schemeClr>
                </a:solidFill>
              </a:rPr>
              <a:t>75%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428437D-5E9F-4D8B-8617-BDA4420302B8}"/>
              </a:ext>
            </a:extLst>
          </p:cNvPr>
          <p:cNvSpPr txBox="1"/>
          <p:nvPr/>
        </p:nvSpPr>
        <p:spPr>
          <a:xfrm>
            <a:off x="7030498" y="311406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4">
                    <a:lumMod val="50000"/>
                  </a:schemeClr>
                </a:solidFill>
              </a:rPr>
              <a:t>50%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33C746F-C450-9F0F-56BB-AEE3246C3C36}"/>
              </a:ext>
            </a:extLst>
          </p:cNvPr>
          <p:cNvSpPr txBox="1"/>
          <p:nvPr/>
        </p:nvSpPr>
        <p:spPr>
          <a:xfrm>
            <a:off x="6310185" y="359513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50000"/>
                  </a:schemeClr>
                </a:solidFill>
              </a:rPr>
              <a:t>100%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40C2AF19-3FFA-AF88-F873-600621EF89E2}"/>
              </a:ext>
            </a:extLst>
          </p:cNvPr>
          <p:cNvCxnSpPr>
            <a:cxnSpLocks/>
          </p:cNvCxnSpPr>
          <p:nvPr/>
        </p:nvCxnSpPr>
        <p:spPr>
          <a:xfrm flipV="1">
            <a:off x="6887070" y="184990"/>
            <a:ext cx="0" cy="252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E567184-E603-BC2E-20B9-6FC3657EC91D}"/>
              </a:ext>
            </a:extLst>
          </p:cNvPr>
          <p:cNvSpPr/>
          <p:nvPr/>
        </p:nvSpPr>
        <p:spPr>
          <a:xfrm>
            <a:off x="354311" y="4152956"/>
            <a:ext cx="4846743" cy="707886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Difficulties to onboard employees on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Costs and human resources needed to deploy in entities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NO GO from CACEIS entities to accept to roll out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EA6F3CA-F186-B419-4365-E8E3F3FCD799}"/>
              </a:ext>
            </a:extLst>
          </p:cNvPr>
          <p:cNvSpPr txBox="1"/>
          <p:nvPr/>
        </p:nvSpPr>
        <p:spPr>
          <a:xfrm>
            <a:off x="0" y="4917734"/>
            <a:ext cx="34852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i="1" dirty="0"/>
              <a:t>*ratio of employees who completed an assignment / total number of employees concerned over the year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D11A92-C103-164A-482D-5C82307698F8}"/>
              </a:ext>
            </a:extLst>
          </p:cNvPr>
          <p:cNvSpPr/>
          <p:nvPr/>
        </p:nvSpPr>
        <p:spPr>
          <a:xfrm>
            <a:off x="5969595" y="4233378"/>
            <a:ext cx="2653021" cy="400110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Lato"/>
                <a:ea typeface="Lato"/>
                <a:cs typeface="Lato"/>
              </a:rPr>
              <a:t>GO / NO GO from entities</a:t>
            </a:r>
            <a:endParaRPr lang="en-US" sz="1000" dirty="0">
              <a:solidFill>
                <a:srgbClr val="000000"/>
              </a:solidFill>
              <a:highlight>
                <a:srgbClr val="00FF00"/>
              </a:highlight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24992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473" imgH="473" progId="TCLayout.ActiveDocument.1">
                  <p:embed/>
                </p:oleObj>
              </mc:Choice>
              <mc:Fallback>
                <p:oleObj name="Diapositive think-cell" r:id="rId3" imgW="473" imgH="473" progId="TCLayout.ActiveDocument.1">
                  <p:embed/>
                  <p:pic>
                    <p:nvPicPr>
                      <p:cNvPr id="7" name="Obje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" dirty="0"/>
              <a:t>Appendix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864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B2ADE-3364-5B88-9E4C-DC7AEF64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E9A508-1248-2242-028A-523FB460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99" y="268061"/>
            <a:ext cx="5388233" cy="401156"/>
          </a:xfrm>
        </p:spPr>
        <p:txBody>
          <a:bodyPr lIns="91440" tIns="45720" rIns="91440" bIns="45720" anchor="t"/>
          <a:lstStyle/>
          <a:p>
            <a:pPr algn="l"/>
            <a:r>
              <a:rPr lang="en-US" sz="1800" dirty="0">
                <a:solidFill>
                  <a:schemeClr val="tx2"/>
                </a:solidFill>
                <a:latin typeface="+mn-lt"/>
              </a:rPr>
              <a:t>Competencies volunteering - Platform “</a:t>
            </a:r>
            <a:r>
              <a:rPr lang="en-US" sz="1800" dirty="0" err="1">
                <a:solidFill>
                  <a:schemeClr val="tx2"/>
                </a:solidFill>
                <a:latin typeface="+mn-lt"/>
              </a:rPr>
              <a:t>J’agis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”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5A89B3-9E29-6D45-845A-6F7C2FAFF5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Status Report as of 20/06/2025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820D62-A6E3-5322-18A5-55AEA2C54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8F62E4-E46B-494F-B7FF-31133B2E54E1}" type="slidenum">
              <a:rPr kumimoji="0" lang="fr-FR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2" name="Picture 4" descr="C:\Users\elor\AppData\Local\Microsoft\Windows\Temporary Internet Files\Content.IE5\69RN5B9C\skip.png">
            <a:extLst>
              <a:ext uri="{FF2B5EF4-FFF2-40B4-BE49-F238E27FC236}">
                <a16:creationId xmlns:a16="http://schemas.microsoft.com/office/drawing/2014/main" id="{574F959D-A533-5330-1E04-5B2744ECB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940" y="2423214"/>
            <a:ext cx="288032" cy="2880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52779F-0205-5961-420A-33E97E79DD6B}"/>
              </a:ext>
            </a:extLst>
          </p:cNvPr>
          <p:cNvSpPr/>
          <p:nvPr/>
        </p:nvSpPr>
        <p:spPr>
          <a:xfrm>
            <a:off x="346667" y="2034575"/>
            <a:ext cx="4986209" cy="179988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7E8F405-C639-6FF0-2E1E-2C104B17AC8F}"/>
              </a:ext>
            </a:extLst>
          </p:cNvPr>
          <p:cNvSpPr txBox="1"/>
          <p:nvPr/>
        </p:nvSpPr>
        <p:spPr>
          <a:xfrm>
            <a:off x="615974" y="1908121"/>
            <a:ext cx="249298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Achievements / What has been done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92296F-D846-1872-6343-34125CCBE766}"/>
              </a:ext>
            </a:extLst>
          </p:cNvPr>
          <p:cNvSpPr/>
          <p:nvPr/>
        </p:nvSpPr>
        <p:spPr>
          <a:xfrm>
            <a:off x="5793527" y="2034573"/>
            <a:ext cx="3023198" cy="179988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FCB0EED-05FB-AA19-3EE9-8ADE66B2BDCC}"/>
              </a:ext>
            </a:extLst>
          </p:cNvPr>
          <p:cNvSpPr txBox="1"/>
          <p:nvPr/>
        </p:nvSpPr>
        <p:spPr>
          <a:xfrm>
            <a:off x="6030491" y="1914998"/>
            <a:ext cx="164069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Next steps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2351774-F8BD-BC46-4BE3-30CEBF422671}"/>
              </a:ext>
            </a:extLst>
          </p:cNvPr>
          <p:cNvSpPr/>
          <p:nvPr/>
        </p:nvSpPr>
        <p:spPr>
          <a:xfrm>
            <a:off x="330340" y="3985014"/>
            <a:ext cx="4978044" cy="88988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91035E0-CDCD-40D7-6EFE-8A610EF50929}"/>
              </a:ext>
            </a:extLst>
          </p:cNvPr>
          <p:cNvSpPr txBox="1"/>
          <p:nvPr/>
        </p:nvSpPr>
        <p:spPr>
          <a:xfrm>
            <a:off x="615974" y="3923050"/>
            <a:ext cx="249298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Risks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/ Difficulties encountered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91929B0-B00D-F971-C37E-0D05BEBA95F1}"/>
              </a:ext>
            </a:extLst>
          </p:cNvPr>
          <p:cNvSpPr/>
          <p:nvPr/>
        </p:nvSpPr>
        <p:spPr>
          <a:xfrm>
            <a:off x="5793527" y="3985013"/>
            <a:ext cx="3031362" cy="88988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E24598A5-467A-8B4A-30EF-28C43BF10112}"/>
              </a:ext>
            </a:extLst>
          </p:cNvPr>
          <p:cNvSpPr txBox="1"/>
          <p:nvPr/>
        </p:nvSpPr>
        <p:spPr>
          <a:xfrm>
            <a:off x="6052371" y="3911359"/>
            <a:ext cx="211825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Decision to be taken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ED65090-4EB3-0FC7-C321-67CC027C4243}"/>
              </a:ext>
            </a:extLst>
          </p:cNvPr>
          <p:cNvSpPr/>
          <p:nvPr/>
        </p:nvSpPr>
        <p:spPr>
          <a:xfrm>
            <a:off x="354312" y="836319"/>
            <a:ext cx="8494549" cy="8992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E64029-E59A-03AF-CFBC-A3480E94A548}"/>
              </a:ext>
            </a:extLst>
          </p:cNvPr>
          <p:cNvSpPr/>
          <p:nvPr/>
        </p:nvSpPr>
        <p:spPr>
          <a:xfrm>
            <a:off x="339260" y="819775"/>
            <a:ext cx="6829824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Project scope/Opportunity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Offer CACEIS employees a charities platform. 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aim is to connect employees with associations and give them the possibility to realize missions for the civil society. 5 skills sponsorship days are offered.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EE797A4-749D-C534-5E15-9905129B4C16}"/>
              </a:ext>
            </a:extLst>
          </p:cNvPr>
          <p:cNvSpPr/>
          <p:nvPr/>
        </p:nvSpPr>
        <p:spPr>
          <a:xfrm>
            <a:off x="344371" y="2186595"/>
            <a:ext cx="4964013" cy="1785104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SSO access: OK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DPO &amp; CISO validation: OK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MD presentation: 03/12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Managing Committee presentation: 04/08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works council presentation: 04/11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Plan communication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Prepare communications, interventions, testimonies, animations,…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opened accounts: 125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missions subscriptions: 14</a:t>
            </a:r>
          </a:p>
          <a:p>
            <a:pPr defTabSz="914400"/>
            <a:endParaRPr lang="en-US" sz="1000" dirty="0">
              <a:solidFill>
                <a:srgbClr val="4285F4"/>
              </a:solidFill>
              <a:latin typeface="Lato Regular"/>
            </a:endParaRPr>
          </a:p>
          <a:p>
            <a:pPr defTabSz="914400"/>
            <a:endParaRPr lang="en-US" sz="1000" dirty="0">
              <a:solidFill>
                <a:srgbClr val="4285F4"/>
              </a:solidFill>
              <a:latin typeface="Lato Regular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9577E13-518C-A5D6-03D4-067691C5E0B7}"/>
              </a:ext>
            </a:extLst>
          </p:cNvPr>
          <p:cNvSpPr/>
          <p:nvPr/>
        </p:nvSpPr>
        <p:spPr>
          <a:xfrm>
            <a:off x="7337783" y="317177"/>
            <a:ext cx="1480076" cy="13091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C4EC04-B408-E73B-A732-A36839E6AA38}"/>
              </a:ext>
            </a:extLst>
          </p:cNvPr>
          <p:cNvSpPr/>
          <p:nvPr/>
        </p:nvSpPr>
        <p:spPr>
          <a:xfrm>
            <a:off x="5813952" y="2219444"/>
            <a:ext cx="3020902" cy="1785104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Signature of contract: end June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Follow the rate of global engagement: 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Acquisition rate: number of opened accounts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Engagement rate: number of missions subscriptions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Organise</a:t>
            </a: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webinars to strengthen visibility of </a:t>
            </a:r>
            <a:r>
              <a:rPr lang="en-US" sz="10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J’agis</a:t>
            </a: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(Sep.)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Pres</a:t>
            </a:r>
            <a:r>
              <a:rPr lang="en-US" sz="10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ent</a:t>
            </a: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the program in the Sustainability Center (</a:t>
            </a:r>
            <a:r>
              <a:rPr lang="en-US" sz="10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sep.</a:t>
            </a: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?)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717E32-02A9-72D9-8801-554269764542}"/>
              </a:ext>
            </a:extLst>
          </p:cNvPr>
          <p:cNvSpPr/>
          <p:nvPr/>
        </p:nvSpPr>
        <p:spPr>
          <a:xfrm>
            <a:off x="7343467" y="1338270"/>
            <a:ext cx="1470961" cy="26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Regular"/>
              <a:ea typeface="+mn-ea"/>
              <a:cs typeface="+mn-cs"/>
            </a:endParaRPr>
          </a:p>
        </p:txBody>
      </p:sp>
      <p:sp>
        <p:nvSpPr>
          <p:cNvPr id="25" name="Flowchart: Connector 111">
            <a:extLst>
              <a:ext uri="{FF2B5EF4-FFF2-40B4-BE49-F238E27FC236}">
                <a16:creationId xmlns:a16="http://schemas.microsoft.com/office/drawing/2014/main" id="{A1C42BE3-4B1C-CDD7-54F9-F5968A0EFB39}"/>
              </a:ext>
            </a:extLst>
          </p:cNvPr>
          <p:cNvSpPr/>
          <p:nvPr/>
        </p:nvSpPr>
        <p:spPr>
          <a:xfrm>
            <a:off x="7549479" y="1349543"/>
            <a:ext cx="252000" cy="252000"/>
          </a:xfrm>
          <a:prstGeom prst="flowChartConnector">
            <a:avLst/>
          </a:prstGeom>
          <a:solidFill>
            <a:srgbClr val="FF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R</a:t>
            </a:r>
          </a:p>
        </p:txBody>
      </p:sp>
      <p:sp>
        <p:nvSpPr>
          <p:cNvPr id="27" name="Flowchart: Connector 28">
            <a:extLst>
              <a:ext uri="{FF2B5EF4-FFF2-40B4-BE49-F238E27FC236}">
                <a16:creationId xmlns:a16="http://schemas.microsoft.com/office/drawing/2014/main" id="{A60786CB-2B8B-735C-CF44-1E9D35240E52}"/>
              </a:ext>
            </a:extLst>
          </p:cNvPr>
          <p:cNvSpPr/>
          <p:nvPr/>
        </p:nvSpPr>
        <p:spPr>
          <a:xfrm>
            <a:off x="7967675" y="1344186"/>
            <a:ext cx="252000" cy="252000"/>
          </a:xfrm>
          <a:prstGeom prst="flowChartConnector">
            <a:avLst/>
          </a:prstGeom>
          <a:solidFill>
            <a:schemeClr val="accent5"/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144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DD84A1-E5F1-1D81-63D2-69153AAF6772}"/>
              </a:ext>
            </a:extLst>
          </p:cNvPr>
          <p:cNvSpPr/>
          <p:nvPr/>
        </p:nvSpPr>
        <p:spPr>
          <a:xfrm>
            <a:off x="7343467" y="466812"/>
            <a:ext cx="1470961" cy="36720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Sponsor : 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IT PM : not required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Project committee : NA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AD1829-3444-8835-E5BC-4F95100F0F03}"/>
              </a:ext>
            </a:extLst>
          </p:cNvPr>
          <p:cNvSpPr/>
          <p:nvPr/>
        </p:nvSpPr>
        <p:spPr>
          <a:xfrm>
            <a:off x="7343467" y="838697"/>
            <a:ext cx="1470961" cy="33948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Planned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Burnt :  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 Regular"/>
              <a:ea typeface="Lato Regular"/>
              <a:cs typeface="Lato Regular"/>
            </a:endParaRPr>
          </a:p>
        </p:txBody>
      </p:sp>
      <p:pic>
        <p:nvPicPr>
          <p:cNvPr id="30" name="Image 29" descr="Public Domain Clip Art Image | Map Pin with Shadow | ID ...">
            <a:extLst>
              <a:ext uri="{FF2B5EF4-FFF2-40B4-BE49-F238E27FC236}">
                <a16:creationId xmlns:a16="http://schemas.microsoft.com/office/drawing/2014/main" id="{A9F48BD9-8D2C-7C53-F28B-E9C26271E8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685" y="137856"/>
            <a:ext cx="287385" cy="325483"/>
          </a:xfrm>
          <a:prstGeom prst="rect">
            <a:avLst/>
          </a:prstGeom>
        </p:spPr>
      </p:pic>
      <p:sp>
        <p:nvSpPr>
          <p:cNvPr id="33" name="Flowchart: Connector 28">
            <a:extLst>
              <a:ext uri="{FF2B5EF4-FFF2-40B4-BE49-F238E27FC236}">
                <a16:creationId xmlns:a16="http://schemas.microsoft.com/office/drawing/2014/main" id="{9D2E3DFF-9B73-58C3-54D4-8177BF2F99DA}"/>
              </a:ext>
            </a:extLst>
          </p:cNvPr>
          <p:cNvSpPr/>
          <p:nvPr/>
        </p:nvSpPr>
        <p:spPr>
          <a:xfrm>
            <a:off x="8370616" y="1351864"/>
            <a:ext cx="252000" cy="252000"/>
          </a:xfrm>
          <a:prstGeom prst="flowChartConnector">
            <a:avLst/>
          </a:prstGeom>
          <a:solidFill>
            <a:srgbClr val="00B05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G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A4DB5078-B8E1-2F84-5DEF-938966205C21}"/>
              </a:ext>
            </a:extLst>
          </p:cNvPr>
          <p:cNvGraphicFramePr/>
          <p:nvPr/>
        </p:nvGraphicFramePr>
        <p:xfrm>
          <a:off x="6493783" y="166336"/>
          <a:ext cx="806142" cy="508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9BA96A46-1041-0F65-5E64-5440524FA53C}"/>
              </a:ext>
            </a:extLst>
          </p:cNvPr>
          <p:cNvSpPr txBox="1"/>
          <p:nvPr/>
        </p:nvSpPr>
        <p:spPr>
          <a:xfrm>
            <a:off x="6412792" y="258795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0%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E4E505C-DD9F-698F-AE55-F510DFF52D82}"/>
              </a:ext>
            </a:extLst>
          </p:cNvPr>
          <p:cNvSpPr txBox="1"/>
          <p:nvPr/>
        </p:nvSpPr>
        <p:spPr>
          <a:xfrm>
            <a:off x="6709041" y="23621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25%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B2EAE7E-360B-B65D-A65C-7BEEB1C2966F}"/>
              </a:ext>
            </a:extLst>
          </p:cNvPr>
          <p:cNvSpPr txBox="1"/>
          <p:nvPr/>
        </p:nvSpPr>
        <p:spPr>
          <a:xfrm>
            <a:off x="6717987" y="605004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75000"/>
                  </a:schemeClr>
                </a:solidFill>
              </a:rPr>
              <a:t>75%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18BF64F-5CA3-C181-5F7F-07D2043085EB}"/>
              </a:ext>
            </a:extLst>
          </p:cNvPr>
          <p:cNvSpPr txBox="1"/>
          <p:nvPr/>
        </p:nvSpPr>
        <p:spPr>
          <a:xfrm>
            <a:off x="7030498" y="311406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4">
                    <a:lumMod val="50000"/>
                  </a:schemeClr>
                </a:solidFill>
              </a:rPr>
              <a:t>50%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F3E3A40-7B70-867E-4E44-C96C625FE27A}"/>
              </a:ext>
            </a:extLst>
          </p:cNvPr>
          <p:cNvSpPr txBox="1"/>
          <p:nvPr/>
        </p:nvSpPr>
        <p:spPr>
          <a:xfrm>
            <a:off x="6310185" y="359513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50000"/>
                  </a:schemeClr>
                </a:solidFill>
              </a:rPr>
              <a:t>100%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D65EA08-F7D6-3DCF-8E0F-F6DBF41E3656}"/>
              </a:ext>
            </a:extLst>
          </p:cNvPr>
          <p:cNvCxnSpPr>
            <a:cxnSpLocks/>
          </p:cNvCxnSpPr>
          <p:nvPr/>
        </p:nvCxnSpPr>
        <p:spPr>
          <a:xfrm flipV="1">
            <a:off x="6887070" y="184990"/>
            <a:ext cx="0" cy="252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B730BF4-E7D2-370E-A611-C0DEBA8231DB}"/>
              </a:ext>
            </a:extLst>
          </p:cNvPr>
          <p:cNvSpPr/>
          <p:nvPr/>
        </p:nvSpPr>
        <p:spPr>
          <a:xfrm>
            <a:off x="354311" y="4152956"/>
            <a:ext cx="4846743" cy="553998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No GO from Crédit Agricole S.A. Exco for an international extension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Difficulties to onboard employees on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3234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D5463-76BD-96EC-A10F-E33FB88DC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CFAFF2-AE7B-F0E0-6843-5EDF43E8D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99" y="268061"/>
            <a:ext cx="5388233" cy="401156"/>
          </a:xfrm>
        </p:spPr>
        <p:txBody>
          <a:bodyPr lIns="91440" tIns="45720" rIns="91440" bIns="45720" anchor="t"/>
          <a:lstStyle/>
          <a:p>
            <a:pPr algn="l"/>
            <a:r>
              <a:rPr lang="en-US" sz="1800" dirty="0">
                <a:solidFill>
                  <a:schemeClr val="tx2"/>
                </a:solidFill>
                <a:latin typeface="+mn-lt"/>
              </a:rPr>
              <a:t>Competencies volunteering - Platform “</a:t>
            </a:r>
            <a:r>
              <a:rPr lang="en-US" sz="1800" dirty="0" err="1">
                <a:solidFill>
                  <a:schemeClr val="tx2"/>
                </a:solidFill>
                <a:latin typeface="+mn-lt"/>
              </a:rPr>
              <a:t>J’agis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”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6057C7D-BEAD-4FF3-3D38-468FF5B0D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Status Report as of 31/08/2025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75C578-B7DC-9DD6-7FF2-2879FF35C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8F62E4-E46B-494F-B7FF-31133B2E54E1}" type="slidenum">
              <a:rPr kumimoji="0" lang="fr-FR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2" name="Picture 4" descr="C:\Users\elor\AppData\Local\Microsoft\Windows\Temporary Internet Files\Content.IE5\69RN5B9C\skip.png">
            <a:extLst>
              <a:ext uri="{FF2B5EF4-FFF2-40B4-BE49-F238E27FC236}">
                <a16:creationId xmlns:a16="http://schemas.microsoft.com/office/drawing/2014/main" id="{6CDDE750-9110-1727-BC37-309B7B575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693" y="2790498"/>
            <a:ext cx="288032" cy="2880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A3A5BE-2097-A7D1-F8CE-045F093E2767}"/>
              </a:ext>
            </a:extLst>
          </p:cNvPr>
          <p:cNvSpPr/>
          <p:nvPr/>
        </p:nvSpPr>
        <p:spPr>
          <a:xfrm>
            <a:off x="346667" y="2034575"/>
            <a:ext cx="4986209" cy="1799881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CF01B7C-86A2-2638-4987-BBE3EE490ECF}"/>
              </a:ext>
            </a:extLst>
          </p:cNvPr>
          <p:cNvSpPr txBox="1"/>
          <p:nvPr/>
        </p:nvSpPr>
        <p:spPr>
          <a:xfrm>
            <a:off x="615974" y="1908121"/>
            <a:ext cx="249298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Achievements / What has been done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27E59B9-DB90-AF60-4D79-575EE5F26E3D}"/>
              </a:ext>
            </a:extLst>
          </p:cNvPr>
          <p:cNvSpPr/>
          <p:nvPr/>
        </p:nvSpPr>
        <p:spPr>
          <a:xfrm>
            <a:off x="5793527" y="2034573"/>
            <a:ext cx="3023198" cy="179988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CA9785E-7A5C-747F-9EB0-B323296101CA}"/>
              </a:ext>
            </a:extLst>
          </p:cNvPr>
          <p:cNvSpPr txBox="1"/>
          <p:nvPr/>
        </p:nvSpPr>
        <p:spPr>
          <a:xfrm>
            <a:off x="6030491" y="1914998"/>
            <a:ext cx="164069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Next steps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B09C8C-0562-F599-9B07-854A57F4DE7D}"/>
              </a:ext>
            </a:extLst>
          </p:cNvPr>
          <p:cNvSpPr/>
          <p:nvPr/>
        </p:nvSpPr>
        <p:spPr>
          <a:xfrm>
            <a:off x="330340" y="3985014"/>
            <a:ext cx="4978044" cy="88988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087BE89-C5D7-B20D-6241-4670E58FC2B7}"/>
              </a:ext>
            </a:extLst>
          </p:cNvPr>
          <p:cNvSpPr txBox="1"/>
          <p:nvPr/>
        </p:nvSpPr>
        <p:spPr>
          <a:xfrm>
            <a:off x="615974" y="3923050"/>
            <a:ext cx="249298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Risks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/ Difficulties encountered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ED17BFC-B4ED-2060-A64E-28B727D54E32}"/>
              </a:ext>
            </a:extLst>
          </p:cNvPr>
          <p:cNvSpPr/>
          <p:nvPr/>
        </p:nvSpPr>
        <p:spPr>
          <a:xfrm>
            <a:off x="5793527" y="3985013"/>
            <a:ext cx="3031362" cy="88988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576B801-61D0-994B-3F1E-CB771C903674}"/>
              </a:ext>
            </a:extLst>
          </p:cNvPr>
          <p:cNvSpPr txBox="1"/>
          <p:nvPr/>
        </p:nvSpPr>
        <p:spPr>
          <a:xfrm>
            <a:off x="6052371" y="3911359"/>
            <a:ext cx="211825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Decision to be taken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1B9EC1-D8F1-F55F-AC59-3A27D9545EF5}"/>
              </a:ext>
            </a:extLst>
          </p:cNvPr>
          <p:cNvSpPr/>
          <p:nvPr/>
        </p:nvSpPr>
        <p:spPr>
          <a:xfrm>
            <a:off x="354312" y="836319"/>
            <a:ext cx="8494549" cy="8992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7EE078D-790F-D1C4-707E-7A1D54D5D694}"/>
              </a:ext>
            </a:extLst>
          </p:cNvPr>
          <p:cNvSpPr/>
          <p:nvPr/>
        </p:nvSpPr>
        <p:spPr>
          <a:xfrm>
            <a:off x="339260" y="819775"/>
            <a:ext cx="6829824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Project scope/Opportunity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Offer CACEIS employees a charities platform. 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aim is to connect employees with associations and give them the possibility to realize missions for the civil society. 5 skills sponsorship days are offered.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8FBFAEF-0DE4-3FA7-37EF-C3491FDAC10A}"/>
              </a:ext>
            </a:extLst>
          </p:cNvPr>
          <p:cNvSpPr/>
          <p:nvPr/>
        </p:nvSpPr>
        <p:spPr>
          <a:xfrm>
            <a:off x="344371" y="2186595"/>
            <a:ext cx="4964013" cy="2031325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SSO access: OK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DPO &amp; CISO validation: OK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MD presentation: 03/12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Managing Committee presentation: 04/08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works council presentation: 04/11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Communications, interventions, testimonies, animations,…</a:t>
            </a:r>
            <a:endParaRPr lang="en-US" sz="900" dirty="0">
              <a:solidFill>
                <a:srgbClr val="000000"/>
              </a:solidFill>
              <a:ea typeface="Lato"/>
              <a:cs typeface="Lato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  <a:ea typeface="Lato"/>
                <a:cs typeface="Lato"/>
              </a:rPr>
              <a:t>Signature of contract: end of June</a:t>
            </a:r>
            <a:endParaRPr lang="en-US" sz="9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opened accounts: 241 employees activated accounts (of 1800 permanent contracts) =&gt; Acquisition rate: 13,4%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00B050"/>
                </a:solidFill>
                <a:ea typeface="Lato"/>
                <a:cs typeface="Lato"/>
              </a:rPr>
              <a:t>Number of assignments subscriptions: 28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assignments: 12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realised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by 11 employees =&gt; Engagement rate*: 0,6%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defTabSz="914400"/>
            <a:endParaRPr lang="en-US" sz="900" dirty="0">
              <a:solidFill>
                <a:srgbClr val="4285F4"/>
              </a:solidFill>
              <a:latin typeface="Lato Regular"/>
            </a:endParaRPr>
          </a:p>
          <a:p>
            <a:pPr defTabSz="914400"/>
            <a:endParaRPr lang="en-US" sz="900" dirty="0">
              <a:solidFill>
                <a:srgbClr val="4285F4"/>
              </a:solidFill>
              <a:latin typeface="Lato Regular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0C61981-80CD-CBA3-67B5-9618ED9DBE45}"/>
              </a:ext>
            </a:extLst>
          </p:cNvPr>
          <p:cNvSpPr/>
          <p:nvPr/>
        </p:nvSpPr>
        <p:spPr>
          <a:xfrm>
            <a:off x="7337783" y="317177"/>
            <a:ext cx="1480076" cy="13091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F026F1-E385-540A-A53F-582DECF95742}"/>
              </a:ext>
            </a:extLst>
          </p:cNvPr>
          <p:cNvSpPr/>
          <p:nvPr/>
        </p:nvSpPr>
        <p:spPr>
          <a:xfrm>
            <a:off x="5793527" y="2316646"/>
            <a:ext cx="3113575" cy="1200329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Go on </a:t>
            </a: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ollowing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the rate of global engagement: 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Acquisition rate: number of opened accounts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Engagement rate: number of missions 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realised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Organise</a:t>
            </a: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webinars to strengthen visibility of </a:t>
            </a:r>
            <a:r>
              <a:rPr lang="en-US" sz="9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J’agis</a:t>
            </a: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(Sep.)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Present the program to the HR international Dev Co in the aim of international extension (12</a:t>
            </a:r>
            <a:r>
              <a:rPr lang="en-US" sz="900" baseline="30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</a:t>
            </a: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Sep)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Pres</a:t>
            </a:r>
            <a:r>
              <a:rPr lang="en-US" sz="9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ent</a:t>
            </a: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the program in the Sustainability Center (</a:t>
            </a:r>
            <a:r>
              <a:rPr lang="en-US" sz="9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sep.</a:t>
            </a:r>
            <a:r>
              <a:rPr lang="en-US" sz="9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7522B0-09BA-5BEA-9EDD-9521A1A5EBE0}"/>
              </a:ext>
            </a:extLst>
          </p:cNvPr>
          <p:cNvSpPr/>
          <p:nvPr/>
        </p:nvSpPr>
        <p:spPr>
          <a:xfrm>
            <a:off x="7343467" y="1338270"/>
            <a:ext cx="1470961" cy="26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Regular"/>
              <a:ea typeface="+mn-ea"/>
              <a:cs typeface="+mn-cs"/>
            </a:endParaRPr>
          </a:p>
        </p:txBody>
      </p:sp>
      <p:sp>
        <p:nvSpPr>
          <p:cNvPr id="25" name="Flowchart: Connector 111">
            <a:extLst>
              <a:ext uri="{FF2B5EF4-FFF2-40B4-BE49-F238E27FC236}">
                <a16:creationId xmlns:a16="http://schemas.microsoft.com/office/drawing/2014/main" id="{473DEB7D-7C87-A4E1-8F3B-2280B6A9DE08}"/>
              </a:ext>
            </a:extLst>
          </p:cNvPr>
          <p:cNvSpPr/>
          <p:nvPr/>
        </p:nvSpPr>
        <p:spPr>
          <a:xfrm>
            <a:off x="7549479" y="1349543"/>
            <a:ext cx="252000" cy="252000"/>
          </a:xfrm>
          <a:prstGeom prst="flowChartConnector">
            <a:avLst/>
          </a:prstGeom>
          <a:solidFill>
            <a:srgbClr val="FF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R</a:t>
            </a:r>
          </a:p>
        </p:txBody>
      </p:sp>
      <p:sp>
        <p:nvSpPr>
          <p:cNvPr id="27" name="Flowchart: Connector 28">
            <a:extLst>
              <a:ext uri="{FF2B5EF4-FFF2-40B4-BE49-F238E27FC236}">
                <a16:creationId xmlns:a16="http://schemas.microsoft.com/office/drawing/2014/main" id="{AF84AAA5-08A8-1B29-C849-93FB48AEA70E}"/>
              </a:ext>
            </a:extLst>
          </p:cNvPr>
          <p:cNvSpPr/>
          <p:nvPr/>
        </p:nvSpPr>
        <p:spPr>
          <a:xfrm>
            <a:off x="7967675" y="1344186"/>
            <a:ext cx="252000" cy="252000"/>
          </a:xfrm>
          <a:prstGeom prst="flowChartConnector">
            <a:avLst/>
          </a:prstGeom>
          <a:solidFill>
            <a:schemeClr val="accent5"/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144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9A5DC5-B7D4-1330-E432-D2B84209B45D}"/>
              </a:ext>
            </a:extLst>
          </p:cNvPr>
          <p:cNvSpPr/>
          <p:nvPr/>
        </p:nvSpPr>
        <p:spPr>
          <a:xfrm>
            <a:off x="7343467" y="466812"/>
            <a:ext cx="1470961" cy="36720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Sponsor : 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IT PM : not required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Project committee : NA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391B1E-4AD6-CC0D-BA83-BB8C4D952F4B}"/>
              </a:ext>
            </a:extLst>
          </p:cNvPr>
          <p:cNvSpPr/>
          <p:nvPr/>
        </p:nvSpPr>
        <p:spPr>
          <a:xfrm>
            <a:off x="7343467" y="838697"/>
            <a:ext cx="1470961" cy="33948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Planned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Burnt :  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 Regular"/>
              <a:ea typeface="Lato Regular"/>
              <a:cs typeface="Lato Regular"/>
            </a:endParaRPr>
          </a:p>
        </p:txBody>
      </p:sp>
      <p:pic>
        <p:nvPicPr>
          <p:cNvPr id="30" name="Image 29" descr="Public Domain Clip Art Image | Map Pin with Shadow | ID ...">
            <a:extLst>
              <a:ext uri="{FF2B5EF4-FFF2-40B4-BE49-F238E27FC236}">
                <a16:creationId xmlns:a16="http://schemas.microsoft.com/office/drawing/2014/main" id="{5135FE61-7F82-850C-9D13-E352FE41A2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685" y="137856"/>
            <a:ext cx="287385" cy="325483"/>
          </a:xfrm>
          <a:prstGeom prst="rect">
            <a:avLst/>
          </a:prstGeom>
        </p:spPr>
      </p:pic>
      <p:sp>
        <p:nvSpPr>
          <p:cNvPr id="33" name="Flowchart: Connector 28">
            <a:extLst>
              <a:ext uri="{FF2B5EF4-FFF2-40B4-BE49-F238E27FC236}">
                <a16:creationId xmlns:a16="http://schemas.microsoft.com/office/drawing/2014/main" id="{907A0D7C-501E-64DC-C710-0490480393D4}"/>
              </a:ext>
            </a:extLst>
          </p:cNvPr>
          <p:cNvSpPr/>
          <p:nvPr/>
        </p:nvSpPr>
        <p:spPr>
          <a:xfrm>
            <a:off x="8370616" y="1351864"/>
            <a:ext cx="252000" cy="252000"/>
          </a:xfrm>
          <a:prstGeom prst="flowChartConnector">
            <a:avLst/>
          </a:prstGeom>
          <a:solidFill>
            <a:srgbClr val="00B05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G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67EF87AD-B550-DD3A-0EDD-F2FCFDF5689B}"/>
              </a:ext>
            </a:extLst>
          </p:cNvPr>
          <p:cNvGraphicFramePr/>
          <p:nvPr/>
        </p:nvGraphicFramePr>
        <p:xfrm>
          <a:off x="6493783" y="166336"/>
          <a:ext cx="806142" cy="508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D111EC61-77E4-FEC3-2D57-177AB8C17D5F}"/>
              </a:ext>
            </a:extLst>
          </p:cNvPr>
          <p:cNvSpPr txBox="1"/>
          <p:nvPr/>
        </p:nvSpPr>
        <p:spPr>
          <a:xfrm>
            <a:off x="6412792" y="258795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0%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894E474-A31F-4CC6-929E-5D7F0DEE777D}"/>
              </a:ext>
            </a:extLst>
          </p:cNvPr>
          <p:cNvSpPr txBox="1"/>
          <p:nvPr/>
        </p:nvSpPr>
        <p:spPr>
          <a:xfrm>
            <a:off x="6709041" y="23621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25%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C473A51-7496-F091-30FC-9016EAD4B92F}"/>
              </a:ext>
            </a:extLst>
          </p:cNvPr>
          <p:cNvSpPr txBox="1"/>
          <p:nvPr/>
        </p:nvSpPr>
        <p:spPr>
          <a:xfrm>
            <a:off x="6717987" y="605004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75000"/>
                  </a:schemeClr>
                </a:solidFill>
              </a:rPr>
              <a:t>75%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8E64CD6-1947-BF8E-65D1-E207CBF73404}"/>
              </a:ext>
            </a:extLst>
          </p:cNvPr>
          <p:cNvSpPr txBox="1"/>
          <p:nvPr/>
        </p:nvSpPr>
        <p:spPr>
          <a:xfrm>
            <a:off x="7030498" y="311406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4">
                    <a:lumMod val="50000"/>
                  </a:schemeClr>
                </a:solidFill>
              </a:rPr>
              <a:t>50%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CA3735-5846-651C-461F-7524DE65914F}"/>
              </a:ext>
            </a:extLst>
          </p:cNvPr>
          <p:cNvSpPr txBox="1"/>
          <p:nvPr/>
        </p:nvSpPr>
        <p:spPr>
          <a:xfrm>
            <a:off x="6310185" y="359513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50000"/>
                  </a:schemeClr>
                </a:solidFill>
              </a:rPr>
              <a:t>100%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DE54B1E-6CE0-30CB-FC9A-78AF32F045CC}"/>
              </a:ext>
            </a:extLst>
          </p:cNvPr>
          <p:cNvCxnSpPr>
            <a:cxnSpLocks/>
          </p:cNvCxnSpPr>
          <p:nvPr/>
        </p:nvCxnSpPr>
        <p:spPr>
          <a:xfrm flipV="1">
            <a:off x="6887070" y="184990"/>
            <a:ext cx="0" cy="252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A7CF144-9F8F-6454-65ED-7C2ABAF9E3C1}"/>
              </a:ext>
            </a:extLst>
          </p:cNvPr>
          <p:cNvSpPr/>
          <p:nvPr/>
        </p:nvSpPr>
        <p:spPr>
          <a:xfrm>
            <a:off x="354311" y="4152956"/>
            <a:ext cx="4846743" cy="707886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No GO from Crédit Agricole S.A. Exco for an international extension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Difficulties to onboard employees on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NO GO from CACEIS entities to accept to roll out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663D70C-732B-5822-FC22-4AE628990F4F}"/>
              </a:ext>
            </a:extLst>
          </p:cNvPr>
          <p:cNvSpPr txBox="1"/>
          <p:nvPr/>
        </p:nvSpPr>
        <p:spPr>
          <a:xfrm>
            <a:off x="0" y="4917734"/>
            <a:ext cx="34852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i="1" dirty="0"/>
              <a:t>*ratio of employees who completed an assignment / total number of employees concerned over the year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8EA339-859F-6321-2CEA-E4D55F5FA903}"/>
              </a:ext>
            </a:extLst>
          </p:cNvPr>
          <p:cNvSpPr/>
          <p:nvPr/>
        </p:nvSpPr>
        <p:spPr>
          <a:xfrm>
            <a:off x="5969595" y="4233378"/>
            <a:ext cx="2653021" cy="400110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GO / NO GO (or later GO) from entities</a:t>
            </a:r>
            <a:endParaRPr lang="en-US" sz="10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1992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00F9-4B10-6254-32ED-9413F6B3E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C9421-839A-BABF-55CC-15203809C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99" y="268061"/>
            <a:ext cx="5388233" cy="401156"/>
          </a:xfrm>
        </p:spPr>
        <p:txBody>
          <a:bodyPr lIns="91440" tIns="45720" rIns="91440" bIns="45720" anchor="t"/>
          <a:lstStyle/>
          <a:p>
            <a:pPr algn="l"/>
            <a:r>
              <a:rPr lang="en-US" sz="1800" dirty="0">
                <a:solidFill>
                  <a:schemeClr val="tx2"/>
                </a:solidFill>
                <a:latin typeface="+mn-lt"/>
              </a:rPr>
              <a:t>Competencies volunteering - Platform “</a:t>
            </a:r>
            <a:r>
              <a:rPr lang="en-US" sz="1800" dirty="0" err="1">
                <a:solidFill>
                  <a:schemeClr val="tx2"/>
                </a:solidFill>
                <a:latin typeface="+mn-lt"/>
              </a:rPr>
              <a:t>J’agis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”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CA314D-ABB2-B054-02BA-723BD78BC2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Status Report as of 30/09/2025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64B9FC-05F2-7F29-953C-D1EF35FD3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8F62E4-E46B-494F-B7FF-31133B2E54E1}" type="slidenum">
              <a:rPr kumimoji="0" lang="fr-FR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2" name="Picture 4" descr="C:\Users\elor\AppData\Local\Microsoft\Windows\Temporary Internet Files\Content.IE5\69RN5B9C\skip.png">
            <a:extLst>
              <a:ext uri="{FF2B5EF4-FFF2-40B4-BE49-F238E27FC236}">
                <a16:creationId xmlns:a16="http://schemas.microsoft.com/office/drawing/2014/main" id="{62AE5E59-AC8D-0DA3-5A68-1E002CA59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693" y="2790498"/>
            <a:ext cx="288032" cy="2880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5F0347F-24FD-E740-BBF2-EC7C0A798863}"/>
              </a:ext>
            </a:extLst>
          </p:cNvPr>
          <p:cNvSpPr/>
          <p:nvPr/>
        </p:nvSpPr>
        <p:spPr>
          <a:xfrm>
            <a:off x="346667" y="1944813"/>
            <a:ext cx="4986209" cy="188964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6584FF-8A59-EAC9-A115-036CD1C51375}"/>
              </a:ext>
            </a:extLst>
          </p:cNvPr>
          <p:cNvSpPr txBox="1"/>
          <p:nvPr/>
        </p:nvSpPr>
        <p:spPr>
          <a:xfrm>
            <a:off x="615974" y="1811586"/>
            <a:ext cx="249298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Achievements / What has been done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B2446D8-D97D-71AE-7575-94E3C19339B7}"/>
              </a:ext>
            </a:extLst>
          </p:cNvPr>
          <p:cNvSpPr/>
          <p:nvPr/>
        </p:nvSpPr>
        <p:spPr>
          <a:xfrm>
            <a:off x="5793527" y="2034573"/>
            <a:ext cx="3023198" cy="179988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296615B-ED19-FDD5-2679-805A5DC123E4}"/>
              </a:ext>
            </a:extLst>
          </p:cNvPr>
          <p:cNvSpPr txBox="1"/>
          <p:nvPr/>
        </p:nvSpPr>
        <p:spPr>
          <a:xfrm>
            <a:off x="6030491" y="1914998"/>
            <a:ext cx="164069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Next steps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550D10-B241-B36F-F281-3F605D7D7BC2}"/>
              </a:ext>
            </a:extLst>
          </p:cNvPr>
          <p:cNvSpPr/>
          <p:nvPr/>
        </p:nvSpPr>
        <p:spPr>
          <a:xfrm>
            <a:off x="330340" y="3985014"/>
            <a:ext cx="4978044" cy="88988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7CD789A-C82D-2545-0E05-A68F714FF2CD}"/>
              </a:ext>
            </a:extLst>
          </p:cNvPr>
          <p:cNvSpPr txBox="1"/>
          <p:nvPr/>
        </p:nvSpPr>
        <p:spPr>
          <a:xfrm>
            <a:off x="615974" y="3923050"/>
            <a:ext cx="249298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Risks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/ Difficulties encountered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C2C7DCF-7CCC-3602-9EFE-ED1DFFA73C94}"/>
              </a:ext>
            </a:extLst>
          </p:cNvPr>
          <p:cNvSpPr/>
          <p:nvPr/>
        </p:nvSpPr>
        <p:spPr>
          <a:xfrm>
            <a:off x="5793527" y="3985013"/>
            <a:ext cx="3031362" cy="88988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C4622B02-C056-8848-B9BB-783111E0DA4B}"/>
              </a:ext>
            </a:extLst>
          </p:cNvPr>
          <p:cNvSpPr txBox="1"/>
          <p:nvPr/>
        </p:nvSpPr>
        <p:spPr>
          <a:xfrm>
            <a:off x="6052371" y="3911359"/>
            <a:ext cx="211825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Decision to be taken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581D38E-E51B-54CC-7CF0-07E225305492}"/>
              </a:ext>
            </a:extLst>
          </p:cNvPr>
          <p:cNvSpPr/>
          <p:nvPr/>
        </p:nvSpPr>
        <p:spPr>
          <a:xfrm>
            <a:off x="354312" y="836319"/>
            <a:ext cx="8494549" cy="8992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ED2F4B3-BC6A-0289-A0C4-22650F1D54D4}"/>
              </a:ext>
            </a:extLst>
          </p:cNvPr>
          <p:cNvSpPr/>
          <p:nvPr/>
        </p:nvSpPr>
        <p:spPr>
          <a:xfrm>
            <a:off x="339260" y="819775"/>
            <a:ext cx="6829824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Project scope/Opportunity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Offer CACEIS employees a charities platform. 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aim is to connect employees with associations and give them the possibility to realize missions for the civil society. 5 skills sponsorship days are offered.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CE35A6A-9D52-D980-D731-425116A46CAA}"/>
              </a:ext>
            </a:extLst>
          </p:cNvPr>
          <p:cNvSpPr/>
          <p:nvPr/>
        </p:nvSpPr>
        <p:spPr>
          <a:xfrm>
            <a:off x="368342" y="2064757"/>
            <a:ext cx="4964013" cy="2308324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SSO access: OK + DPO &amp; CISO validation: OK + </a:t>
            </a:r>
            <a:r>
              <a:rPr lang="en-US" sz="800" dirty="0">
                <a:solidFill>
                  <a:srgbClr val="000000"/>
                </a:solidFill>
                <a:ea typeface="Lato"/>
                <a:cs typeface="Lato"/>
              </a:rPr>
              <a:t>Signature of contract: end of June</a:t>
            </a:r>
            <a:endParaRPr lang="en-US" sz="8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MD presentation: 03/12 / French Managing Committee presentation: 04/08 / French WC presentation: 04/11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Communications, interventions, testimonies, animations,…</a:t>
            </a:r>
            <a:endParaRPr lang="en-US" sz="800" dirty="0">
              <a:solidFill>
                <a:srgbClr val="000000"/>
              </a:solidFill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opened accounts: 272 employees activated accounts (of 1800 permanent contracts) =&gt; Acquisition rate: 15,1%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800" dirty="0">
                <a:solidFill>
                  <a:srgbClr val="00B050"/>
                </a:solidFill>
                <a:ea typeface="Lato"/>
                <a:cs typeface="Lato"/>
              </a:rPr>
              <a:t>Number of assignments subscriptions: 30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assignments: 14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realised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by 12 employees =&gt; Engagement rate*: 0,66%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15 </a:t>
            </a:r>
            <a:r>
              <a:rPr lang="en-US" sz="8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challenges realized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Satisfaction rate</a:t>
            </a:r>
            <a:r>
              <a:rPr lang="en-US" sz="8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: 4.8/5</a:t>
            </a: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8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Presentation to the HR international Dev Co in the aim of international extension (12th Sep) =&gt; answers are expected</a:t>
            </a: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8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Presentation to the Sustainability Center (29th </a:t>
            </a:r>
            <a:r>
              <a:rPr lang="en-US" sz="800" dirty="0" err="1">
                <a:solidFill>
                  <a:srgbClr val="00B050"/>
                </a:solidFill>
                <a:latin typeface="Lato"/>
                <a:ea typeface="Lato"/>
                <a:cs typeface="Lato"/>
              </a:rPr>
              <a:t>sep</a:t>
            </a:r>
            <a:r>
              <a:rPr lang="en-US" sz="8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)</a:t>
            </a: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8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Webinar(26th Sep)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defTabSz="914400"/>
            <a:endParaRPr lang="en-US" sz="800" dirty="0">
              <a:solidFill>
                <a:srgbClr val="4285F4"/>
              </a:solidFill>
              <a:latin typeface="Lato Regular"/>
            </a:endParaRPr>
          </a:p>
          <a:p>
            <a:pPr defTabSz="914400"/>
            <a:endParaRPr lang="en-US" sz="800" dirty="0">
              <a:solidFill>
                <a:srgbClr val="4285F4"/>
              </a:solidFill>
              <a:latin typeface="Lato Regular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A82AB83-ABD8-433E-F6D1-700C63E79AAB}"/>
              </a:ext>
            </a:extLst>
          </p:cNvPr>
          <p:cNvSpPr/>
          <p:nvPr/>
        </p:nvSpPr>
        <p:spPr>
          <a:xfrm>
            <a:off x="7337783" y="317177"/>
            <a:ext cx="1480076" cy="13091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F87025-D484-8BBB-6915-51AFF1C82761}"/>
              </a:ext>
            </a:extLst>
          </p:cNvPr>
          <p:cNvSpPr/>
          <p:nvPr/>
        </p:nvSpPr>
        <p:spPr>
          <a:xfrm>
            <a:off x="5797491" y="2266466"/>
            <a:ext cx="3113575" cy="1692771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Go on 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ollowing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the rate of global engagement: 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Acquisition rate: number of opened accounts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Engagement rate: number of missions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realised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Go on 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rganising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webinars to strengthen visibility of </a:t>
            </a:r>
            <a:r>
              <a:rPr lang="en-US" sz="8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J’agis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</a:t>
            </a:r>
            <a:r>
              <a:rPr lang="en-US" sz="8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nov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/dec)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Diversity Month (</a:t>
            </a:r>
            <a:r>
              <a:rPr lang="en-US" sz="8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nov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): Pushing missions following themes: gender balance, social diversity, disability, intergenerational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Collect entities answers on the decision to roll out or not “WE ACT”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Contribute to the ambassadors celebration and highlight </a:t>
            </a:r>
            <a:r>
              <a:rPr lang="en-US" sz="8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J’agis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(12/05)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lang="en-US" sz="8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9830F5-50DF-3A15-DC86-8FCD1CD80EC1}"/>
              </a:ext>
            </a:extLst>
          </p:cNvPr>
          <p:cNvSpPr/>
          <p:nvPr/>
        </p:nvSpPr>
        <p:spPr>
          <a:xfrm>
            <a:off x="7343467" y="1338270"/>
            <a:ext cx="1470961" cy="26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Regular"/>
              <a:ea typeface="+mn-ea"/>
              <a:cs typeface="+mn-cs"/>
            </a:endParaRPr>
          </a:p>
        </p:txBody>
      </p:sp>
      <p:sp>
        <p:nvSpPr>
          <p:cNvPr id="25" name="Flowchart: Connector 111">
            <a:extLst>
              <a:ext uri="{FF2B5EF4-FFF2-40B4-BE49-F238E27FC236}">
                <a16:creationId xmlns:a16="http://schemas.microsoft.com/office/drawing/2014/main" id="{9E2B176D-9778-57AB-E47E-D89B94F452B6}"/>
              </a:ext>
            </a:extLst>
          </p:cNvPr>
          <p:cNvSpPr/>
          <p:nvPr/>
        </p:nvSpPr>
        <p:spPr>
          <a:xfrm>
            <a:off x="7549479" y="1349543"/>
            <a:ext cx="252000" cy="252000"/>
          </a:xfrm>
          <a:prstGeom prst="flowChartConnector">
            <a:avLst/>
          </a:prstGeom>
          <a:solidFill>
            <a:srgbClr val="FF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R</a:t>
            </a:r>
          </a:p>
        </p:txBody>
      </p:sp>
      <p:sp>
        <p:nvSpPr>
          <p:cNvPr id="27" name="Flowchart: Connector 28">
            <a:extLst>
              <a:ext uri="{FF2B5EF4-FFF2-40B4-BE49-F238E27FC236}">
                <a16:creationId xmlns:a16="http://schemas.microsoft.com/office/drawing/2014/main" id="{1521C43A-4881-16F8-5890-40D6333977E6}"/>
              </a:ext>
            </a:extLst>
          </p:cNvPr>
          <p:cNvSpPr/>
          <p:nvPr/>
        </p:nvSpPr>
        <p:spPr>
          <a:xfrm>
            <a:off x="7967675" y="1344186"/>
            <a:ext cx="252000" cy="252000"/>
          </a:xfrm>
          <a:prstGeom prst="flowChartConnector">
            <a:avLst/>
          </a:prstGeom>
          <a:solidFill>
            <a:schemeClr val="accent5"/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144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1508A5-E19C-ED75-371C-0F8F49DACFBC}"/>
              </a:ext>
            </a:extLst>
          </p:cNvPr>
          <p:cNvSpPr/>
          <p:nvPr/>
        </p:nvSpPr>
        <p:spPr>
          <a:xfrm>
            <a:off x="7343467" y="466812"/>
            <a:ext cx="1470961" cy="36720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Sponsor : 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IT PM : not required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Project committee : NA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1E9368-4F51-CC99-2E16-FF6D6760862C}"/>
              </a:ext>
            </a:extLst>
          </p:cNvPr>
          <p:cNvSpPr/>
          <p:nvPr/>
        </p:nvSpPr>
        <p:spPr>
          <a:xfrm>
            <a:off x="7343467" y="838697"/>
            <a:ext cx="1470961" cy="33948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Planned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Burnt :  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 Regular"/>
              <a:ea typeface="Lato Regular"/>
              <a:cs typeface="Lato Regular"/>
            </a:endParaRPr>
          </a:p>
        </p:txBody>
      </p:sp>
      <p:pic>
        <p:nvPicPr>
          <p:cNvPr id="30" name="Image 29" descr="Public Domain Clip Art Image | Map Pin with Shadow | ID ...">
            <a:extLst>
              <a:ext uri="{FF2B5EF4-FFF2-40B4-BE49-F238E27FC236}">
                <a16:creationId xmlns:a16="http://schemas.microsoft.com/office/drawing/2014/main" id="{1D1505AA-1ACD-C4B5-EB1F-5BA83E0250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685" y="137856"/>
            <a:ext cx="287385" cy="325483"/>
          </a:xfrm>
          <a:prstGeom prst="rect">
            <a:avLst/>
          </a:prstGeom>
        </p:spPr>
      </p:pic>
      <p:sp>
        <p:nvSpPr>
          <p:cNvPr id="33" name="Flowchart: Connector 28">
            <a:extLst>
              <a:ext uri="{FF2B5EF4-FFF2-40B4-BE49-F238E27FC236}">
                <a16:creationId xmlns:a16="http://schemas.microsoft.com/office/drawing/2014/main" id="{570264BE-1EB3-1087-15CD-E0FDCB76EBE1}"/>
              </a:ext>
            </a:extLst>
          </p:cNvPr>
          <p:cNvSpPr/>
          <p:nvPr/>
        </p:nvSpPr>
        <p:spPr>
          <a:xfrm>
            <a:off x="8370616" y="1351864"/>
            <a:ext cx="252000" cy="252000"/>
          </a:xfrm>
          <a:prstGeom prst="flowChartConnector">
            <a:avLst/>
          </a:prstGeom>
          <a:solidFill>
            <a:srgbClr val="00B05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G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DC6A513A-95B9-1641-C775-E109089E6C12}"/>
              </a:ext>
            </a:extLst>
          </p:cNvPr>
          <p:cNvGraphicFramePr/>
          <p:nvPr/>
        </p:nvGraphicFramePr>
        <p:xfrm>
          <a:off x="6493783" y="166336"/>
          <a:ext cx="806142" cy="508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3DFED460-CADB-97F0-A8A0-3735BD5D90F0}"/>
              </a:ext>
            </a:extLst>
          </p:cNvPr>
          <p:cNvSpPr txBox="1"/>
          <p:nvPr/>
        </p:nvSpPr>
        <p:spPr>
          <a:xfrm>
            <a:off x="6412792" y="258795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0%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C5ADAEC-D29E-9BF7-BE86-A175BE373E7A}"/>
              </a:ext>
            </a:extLst>
          </p:cNvPr>
          <p:cNvSpPr txBox="1"/>
          <p:nvPr/>
        </p:nvSpPr>
        <p:spPr>
          <a:xfrm>
            <a:off x="6709041" y="23621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25%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C886FA3-5D0E-58C8-2C35-CB82CEF623BA}"/>
              </a:ext>
            </a:extLst>
          </p:cNvPr>
          <p:cNvSpPr txBox="1"/>
          <p:nvPr/>
        </p:nvSpPr>
        <p:spPr>
          <a:xfrm>
            <a:off x="6717987" y="605004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75000"/>
                  </a:schemeClr>
                </a:solidFill>
              </a:rPr>
              <a:t>75%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CDBB213-93A3-EF71-B160-476690FD1146}"/>
              </a:ext>
            </a:extLst>
          </p:cNvPr>
          <p:cNvSpPr txBox="1"/>
          <p:nvPr/>
        </p:nvSpPr>
        <p:spPr>
          <a:xfrm>
            <a:off x="7030498" y="311406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4">
                    <a:lumMod val="50000"/>
                  </a:schemeClr>
                </a:solidFill>
              </a:rPr>
              <a:t>50%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DBF1F2D-49BE-2B92-C56E-FA324D346B23}"/>
              </a:ext>
            </a:extLst>
          </p:cNvPr>
          <p:cNvSpPr txBox="1"/>
          <p:nvPr/>
        </p:nvSpPr>
        <p:spPr>
          <a:xfrm>
            <a:off x="6310185" y="359513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50000"/>
                  </a:schemeClr>
                </a:solidFill>
              </a:rPr>
              <a:t>100%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F0F59AC-EC1A-B90B-8665-C88EA09237B2}"/>
              </a:ext>
            </a:extLst>
          </p:cNvPr>
          <p:cNvCxnSpPr>
            <a:cxnSpLocks/>
          </p:cNvCxnSpPr>
          <p:nvPr/>
        </p:nvCxnSpPr>
        <p:spPr>
          <a:xfrm flipV="1">
            <a:off x="6887070" y="184990"/>
            <a:ext cx="0" cy="252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95CD6BB-28FE-ED8D-73EA-7AF96D8075BC}"/>
              </a:ext>
            </a:extLst>
          </p:cNvPr>
          <p:cNvSpPr/>
          <p:nvPr/>
        </p:nvSpPr>
        <p:spPr>
          <a:xfrm>
            <a:off x="354311" y="4152956"/>
            <a:ext cx="4846743" cy="707886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No GO from Crédit Agricole S.A. Exco for an international extension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Difficulties to onboard employees on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NO GO from CACEIS entities to accept to roll out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50E7DC0-C516-8388-A353-3CBD20C41B2F}"/>
              </a:ext>
            </a:extLst>
          </p:cNvPr>
          <p:cNvSpPr txBox="1"/>
          <p:nvPr/>
        </p:nvSpPr>
        <p:spPr>
          <a:xfrm>
            <a:off x="0" y="4917734"/>
            <a:ext cx="34852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i="1" dirty="0"/>
              <a:t>*ratio of employees who completed an assignment / total number of employees concerned over the year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0A6F53-5895-6884-04D9-5AE8A5C0ADF1}"/>
              </a:ext>
            </a:extLst>
          </p:cNvPr>
          <p:cNvSpPr/>
          <p:nvPr/>
        </p:nvSpPr>
        <p:spPr>
          <a:xfrm>
            <a:off x="5969595" y="4233378"/>
            <a:ext cx="2653021" cy="400110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Lato"/>
                <a:ea typeface="Lato"/>
                <a:cs typeface="Lato"/>
              </a:rPr>
              <a:t>GO / NO GO (or later GO) from entities</a:t>
            </a:r>
            <a:endParaRPr lang="en-US" sz="1000" dirty="0">
              <a:solidFill>
                <a:srgbClr val="000000"/>
              </a:solidFill>
              <a:highlight>
                <a:srgbClr val="00FF00"/>
              </a:highlight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89825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AABF-2131-5DC0-99F2-0FFBD73A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36F432-8571-05DB-0F84-B69F76BF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99" y="268061"/>
            <a:ext cx="5388233" cy="401156"/>
          </a:xfrm>
        </p:spPr>
        <p:txBody>
          <a:bodyPr lIns="91440" tIns="45720" rIns="91440" bIns="45720" anchor="t"/>
          <a:lstStyle/>
          <a:p>
            <a:pPr algn="l"/>
            <a:r>
              <a:rPr lang="en-US" sz="1800" dirty="0">
                <a:solidFill>
                  <a:schemeClr val="tx2"/>
                </a:solidFill>
                <a:latin typeface="+mn-lt"/>
              </a:rPr>
              <a:t>Competencies volunteering - Platform “</a:t>
            </a:r>
            <a:r>
              <a:rPr lang="en-US" sz="1800" dirty="0" err="1">
                <a:solidFill>
                  <a:schemeClr val="tx2"/>
                </a:solidFill>
                <a:latin typeface="+mn-lt"/>
              </a:rPr>
              <a:t>J’agis</a:t>
            </a:r>
            <a:r>
              <a:rPr lang="en-US" sz="1800" dirty="0">
                <a:solidFill>
                  <a:schemeClr val="tx2"/>
                </a:solidFill>
                <a:latin typeface="+mn-lt"/>
              </a:rPr>
              <a:t>”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5EC357-A16D-12D3-9E51-55CD859603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Status Report as of 2/12/2025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9470F47-5006-A4A1-12EA-1E615CD97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8F62E4-E46B-494F-B7FF-31133B2E54E1}" type="slidenum">
              <a:rPr kumimoji="0" lang="fr-FR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9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2" name="Picture 4" descr="C:\Users\elor\AppData\Local\Microsoft\Windows\Temporary Internet Files\Content.IE5\69RN5B9C\skip.png">
            <a:extLst>
              <a:ext uri="{FF2B5EF4-FFF2-40B4-BE49-F238E27FC236}">
                <a16:creationId xmlns:a16="http://schemas.microsoft.com/office/drawing/2014/main" id="{F8A01569-F6B4-7522-A2EB-11B11D7AB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693" y="2790498"/>
            <a:ext cx="288032" cy="28803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039E4D9-0D86-97D5-FA8D-C33BD5CA1889}"/>
              </a:ext>
            </a:extLst>
          </p:cNvPr>
          <p:cNvSpPr/>
          <p:nvPr/>
        </p:nvSpPr>
        <p:spPr>
          <a:xfrm>
            <a:off x="346667" y="1944813"/>
            <a:ext cx="4986209" cy="1889643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71B1DFB-30D8-CDD8-968B-A4F3EFA225A8}"/>
              </a:ext>
            </a:extLst>
          </p:cNvPr>
          <p:cNvSpPr txBox="1"/>
          <p:nvPr/>
        </p:nvSpPr>
        <p:spPr>
          <a:xfrm>
            <a:off x="615974" y="1811586"/>
            <a:ext cx="249298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Achievements / What has been done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903B399-CBB2-59A9-28B1-EA492CD1AA36}"/>
              </a:ext>
            </a:extLst>
          </p:cNvPr>
          <p:cNvSpPr/>
          <p:nvPr/>
        </p:nvSpPr>
        <p:spPr>
          <a:xfrm>
            <a:off x="5793527" y="2034573"/>
            <a:ext cx="3023198" cy="179988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B5EA8B9-E6FE-91DA-D791-A80582719975}"/>
              </a:ext>
            </a:extLst>
          </p:cNvPr>
          <p:cNvSpPr txBox="1"/>
          <p:nvPr/>
        </p:nvSpPr>
        <p:spPr>
          <a:xfrm>
            <a:off x="6030491" y="1914998"/>
            <a:ext cx="164069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defRPr sz="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Next steps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FA55C4-FB09-708C-6995-00523B635B07}"/>
              </a:ext>
            </a:extLst>
          </p:cNvPr>
          <p:cNvSpPr/>
          <p:nvPr/>
        </p:nvSpPr>
        <p:spPr>
          <a:xfrm>
            <a:off x="330340" y="3985014"/>
            <a:ext cx="4978044" cy="889884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67F34AA-1EE2-204F-8F8C-E3F8A0445DFD}"/>
              </a:ext>
            </a:extLst>
          </p:cNvPr>
          <p:cNvSpPr txBox="1"/>
          <p:nvPr/>
        </p:nvSpPr>
        <p:spPr>
          <a:xfrm>
            <a:off x="615974" y="3923050"/>
            <a:ext cx="249298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Risks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/ Difficulties encountered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EE4CC45-6F53-662A-59B8-DF6B0162FD9F}"/>
              </a:ext>
            </a:extLst>
          </p:cNvPr>
          <p:cNvSpPr/>
          <p:nvPr/>
        </p:nvSpPr>
        <p:spPr>
          <a:xfrm>
            <a:off x="5793527" y="3985013"/>
            <a:ext cx="3031362" cy="88988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2E53B865-B67A-DAB4-3A7E-15A156EBBE9B}"/>
              </a:ext>
            </a:extLst>
          </p:cNvPr>
          <p:cNvSpPr txBox="1"/>
          <p:nvPr/>
        </p:nvSpPr>
        <p:spPr>
          <a:xfrm>
            <a:off x="6052371" y="3911359"/>
            <a:ext cx="2118254" cy="261610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44000" tIns="36000" rIns="180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Decision to be taken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B535764-434B-7C09-1651-DDDFA101ED0A}"/>
              </a:ext>
            </a:extLst>
          </p:cNvPr>
          <p:cNvSpPr/>
          <p:nvPr/>
        </p:nvSpPr>
        <p:spPr>
          <a:xfrm>
            <a:off x="354312" y="836319"/>
            <a:ext cx="8494549" cy="89927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1BE97C-560C-8921-5C1F-762D7235A580}"/>
              </a:ext>
            </a:extLst>
          </p:cNvPr>
          <p:cNvSpPr/>
          <p:nvPr/>
        </p:nvSpPr>
        <p:spPr>
          <a:xfrm>
            <a:off x="339260" y="819775"/>
            <a:ext cx="6829824" cy="7078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Project scope/Opportunity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Offer CACEIS employees a charities platform. </a:t>
            </a:r>
          </a:p>
          <a:p>
            <a:pPr defTabSz="914400"/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aim is to connect employees with associations and give them the possibility to realize missions for the civil society. 5 skills sponsorship days are offered.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042CBE9-9E2D-2179-4392-94E0A480F191}"/>
              </a:ext>
            </a:extLst>
          </p:cNvPr>
          <p:cNvSpPr/>
          <p:nvPr/>
        </p:nvSpPr>
        <p:spPr>
          <a:xfrm>
            <a:off x="368342" y="2064757"/>
            <a:ext cx="4832712" cy="2139047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SSO access: OK + DPO &amp; CISO validation: OK + </a:t>
            </a:r>
            <a:r>
              <a:rPr lang="en-US" sz="700" dirty="0">
                <a:solidFill>
                  <a:srgbClr val="000000"/>
                </a:solidFill>
                <a:ea typeface="Lato"/>
                <a:cs typeface="Lato"/>
              </a:rPr>
              <a:t>Signature of contract: end of June</a:t>
            </a:r>
            <a:endParaRPr lang="en-US" sz="7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French MD presentation: 12/03 French Managing Committee presentation: 8/04 / French WC presentation: 11/04. 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Kick off of the platform: 29/04 - Communications, interventions, testimonies, animations,…</a:t>
            </a:r>
            <a:endParaRPr lang="en-US" sz="700" dirty="0">
              <a:solidFill>
                <a:srgbClr val="000000"/>
              </a:solidFill>
              <a:ea typeface="Lato"/>
              <a:cs typeface="Lato"/>
            </a:endParaRP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Presentation to the HR international Dev Co in the aim of international extension (12 Sep) =&gt; answers are still expected</a:t>
            </a: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Presentation to the Sustainability Center (29 </a:t>
            </a:r>
            <a:r>
              <a:rPr lang="en-US" sz="7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sep</a:t>
            </a: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</a:t>
            </a:r>
          </a:p>
          <a:p>
            <a:pPr marL="171450" lvl="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Webinar (26 Sep)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0000"/>
                </a:solidFill>
                <a:ea typeface="Lato"/>
                <a:cs typeface="Lato"/>
              </a:rPr>
              <a:t>Diversity Month (</a:t>
            </a:r>
            <a:r>
              <a:rPr lang="en-US" sz="700" dirty="0" err="1">
                <a:solidFill>
                  <a:srgbClr val="000000"/>
                </a:solidFill>
                <a:ea typeface="Lato"/>
                <a:cs typeface="Lato"/>
              </a:rPr>
              <a:t>nov</a:t>
            </a:r>
            <a:r>
              <a:rPr lang="en-US" sz="700" dirty="0">
                <a:solidFill>
                  <a:srgbClr val="000000"/>
                </a:solidFill>
                <a:ea typeface="Lato"/>
                <a:cs typeface="Lato"/>
              </a:rPr>
              <a:t>): Pushing missions following themes: gender balance, social diversity, disability, intergenerational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opened accounts: 319 employees activated accounts (of 1800 permanent contracts) =&gt; Acquisition rate: 17,7%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700" dirty="0">
                <a:solidFill>
                  <a:srgbClr val="00B050"/>
                </a:solidFill>
                <a:ea typeface="Lato"/>
                <a:cs typeface="Lato"/>
              </a:rPr>
              <a:t>Number of assignments subscriptions: 68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Number of assignments: </a:t>
            </a:r>
            <a:r>
              <a:rPr lang="en-US" sz="7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37 </a:t>
            </a:r>
            <a:r>
              <a:rPr kumimoji="0" lang="en-US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realised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by 31 employees =&gt; Engagement rate*: 1,72%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16 </a:t>
            </a:r>
            <a:r>
              <a:rPr lang="en-US" sz="7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challenges realized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Satisfaction rate</a:t>
            </a:r>
            <a:r>
              <a:rPr lang="en-US" sz="700" dirty="0">
                <a:solidFill>
                  <a:srgbClr val="00B050"/>
                </a:solidFill>
                <a:latin typeface="Lato"/>
                <a:ea typeface="Lato"/>
                <a:cs typeface="Lato"/>
              </a:rPr>
              <a:t>: 4.9/5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defTabSz="914400"/>
            <a:endParaRPr lang="en-US" sz="700" dirty="0">
              <a:solidFill>
                <a:srgbClr val="4285F4"/>
              </a:solidFill>
              <a:latin typeface="Lato Regular"/>
            </a:endParaRPr>
          </a:p>
          <a:p>
            <a:pPr defTabSz="914400"/>
            <a:endParaRPr lang="en-US" sz="700" dirty="0">
              <a:solidFill>
                <a:srgbClr val="4285F4"/>
              </a:solidFill>
              <a:latin typeface="Lato Regular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D3A456-3AF9-6876-F5DF-F1AC5211F65E}"/>
              </a:ext>
            </a:extLst>
          </p:cNvPr>
          <p:cNvSpPr/>
          <p:nvPr/>
        </p:nvSpPr>
        <p:spPr>
          <a:xfrm>
            <a:off x="7337783" y="317177"/>
            <a:ext cx="1480076" cy="130913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468000" tIns="36000" rIns="18000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7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3C1C0D-D8DB-752F-F552-4DCB341E2C99}"/>
              </a:ext>
            </a:extLst>
          </p:cNvPr>
          <p:cNvSpPr/>
          <p:nvPr/>
        </p:nvSpPr>
        <p:spPr>
          <a:xfrm>
            <a:off x="5797491" y="2266466"/>
            <a:ext cx="3113575" cy="1569660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Go on 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f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ollowing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 the rate of global engagement: 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Acquisition rate: number of opened accounts</a:t>
            </a:r>
          </a:p>
          <a:p>
            <a:pPr marL="514350" lvl="1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Engagement rate: number of missions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realised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Go on 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o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</a:rPr>
              <a:t>rganising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webinars to strengthen visibility of </a:t>
            </a:r>
            <a:r>
              <a:rPr lang="en-US" sz="80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J’agis</a:t>
            </a: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(4 dec)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800" dirty="0">
                <a:solidFill>
                  <a:srgbClr val="000000"/>
                </a:solidFill>
                <a:ea typeface="Lato"/>
                <a:cs typeface="Lato"/>
              </a:rPr>
              <a:t>Contribute to organize the International Volunteer Day and highlight </a:t>
            </a:r>
            <a:r>
              <a:rPr lang="en-US" sz="800" dirty="0" err="1">
                <a:solidFill>
                  <a:srgbClr val="000000"/>
                </a:solidFill>
                <a:ea typeface="Lato"/>
                <a:cs typeface="Lato"/>
              </a:rPr>
              <a:t>J’agis</a:t>
            </a:r>
            <a:r>
              <a:rPr lang="en-US" sz="800" dirty="0">
                <a:solidFill>
                  <a:srgbClr val="000000"/>
                </a:solidFill>
                <a:ea typeface="Lato"/>
                <a:cs typeface="Lato"/>
              </a:rPr>
              <a:t> (8/12)</a:t>
            </a:r>
          </a:p>
          <a:p>
            <a:pPr marL="171450" indent="-171450" defTabSz="914400"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defRPr/>
            </a:pPr>
            <a:r>
              <a:rPr lang="en-US" sz="800" dirty="0">
                <a:solidFill>
                  <a:srgbClr val="000000"/>
                </a:solidFill>
                <a:ea typeface="Lato"/>
                <a:cs typeface="Lato"/>
              </a:rPr>
              <a:t>Define 2026 roadmap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8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Collect entities answers on the decision to roll out or not “WE ACT”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lang="en-US" sz="8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tabLst/>
              <a:defRPr/>
            </a:pP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E09C5C-483A-24A3-992C-A26AC7B483AB}"/>
              </a:ext>
            </a:extLst>
          </p:cNvPr>
          <p:cNvSpPr/>
          <p:nvPr/>
        </p:nvSpPr>
        <p:spPr>
          <a:xfrm>
            <a:off x="7343467" y="1338270"/>
            <a:ext cx="1470961" cy="26005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 Regular"/>
              <a:ea typeface="+mn-ea"/>
              <a:cs typeface="+mn-cs"/>
            </a:endParaRPr>
          </a:p>
        </p:txBody>
      </p:sp>
      <p:sp>
        <p:nvSpPr>
          <p:cNvPr id="25" name="Flowchart: Connector 111">
            <a:extLst>
              <a:ext uri="{FF2B5EF4-FFF2-40B4-BE49-F238E27FC236}">
                <a16:creationId xmlns:a16="http://schemas.microsoft.com/office/drawing/2014/main" id="{6D3F35B8-9D73-6111-4805-B65A25D5CA4C}"/>
              </a:ext>
            </a:extLst>
          </p:cNvPr>
          <p:cNvSpPr/>
          <p:nvPr/>
        </p:nvSpPr>
        <p:spPr>
          <a:xfrm>
            <a:off x="7549479" y="1349543"/>
            <a:ext cx="252000" cy="252000"/>
          </a:xfrm>
          <a:prstGeom prst="flowChartConnector">
            <a:avLst/>
          </a:prstGeom>
          <a:solidFill>
            <a:srgbClr val="FF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R</a:t>
            </a:r>
          </a:p>
        </p:txBody>
      </p:sp>
      <p:sp>
        <p:nvSpPr>
          <p:cNvPr id="27" name="Flowchart: Connector 28">
            <a:extLst>
              <a:ext uri="{FF2B5EF4-FFF2-40B4-BE49-F238E27FC236}">
                <a16:creationId xmlns:a16="http://schemas.microsoft.com/office/drawing/2014/main" id="{A6983DA9-E70A-3939-59FB-6F3DB3B37006}"/>
              </a:ext>
            </a:extLst>
          </p:cNvPr>
          <p:cNvSpPr/>
          <p:nvPr/>
        </p:nvSpPr>
        <p:spPr>
          <a:xfrm>
            <a:off x="7967675" y="1344186"/>
            <a:ext cx="252000" cy="252000"/>
          </a:xfrm>
          <a:prstGeom prst="flowChartConnector">
            <a:avLst/>
          </a:prstGeom>
          <a:solidFill>
            <a:schemeClr val="accent5"/>
          </a:solidFill>
          <a:ln w="190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lIns="9144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0937F4-AE0E-7BA8-396D-25CB634F6A70}"/>
              </a:ext>
            </a:extLst>
          </p:cNvPr>
          <p:cNvSpPr/>
          <p:nvPr/>
        </p:nvSpPr>
        <p:spPr>
          <a:xfrm>
            <a:off x="7343467" y="466812"/>
            <a:ext cx="1470961" cy="36720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Sponsor : 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IT PM : not required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Lato Regular"/>
                <a:cs typeface="Lato Regular"/>
              </a:rPr>
              <a:t>Project committee : NA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31F3CC-45DF-C5E6-9E4C-D195627BC9E8}"/>
              </a:ext>
            </a:extLst>
          </p:cNvPr>
          <p:cNvSpPr/>
          <p:nvPr/>
        </p:nvSpPr>
        <p:spPr>
          <a:xfrm>
            <a:off x="7343467" y="838697"/>
            <a:ext cx="1470961" cy="33948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6000" tIns="0" rIns="9144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Planned 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Burnt :  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 Regular"/>
              <a:ea typeface="Lato Regular"/>
              <a:cs typeface="Lato Regular"/>
            </a:endParaRPr>
          </a:p>
        </p:txBody>
      </p:sp>
      <p:pic>
        <p:nvPicPr>
          <p:cNvPr id="30" name="Image 29" descr="Public Domain Clip Art Image | Map Pin with Shadow | ID ...">
            <a:extLst>
              <a:ext uri="{FF2B5EF4-FFF2-40B4-BE49-F238E27FC236}">
                <a16:creationId xmlns:a16="http://schemas.microsoft.com/office/drawing/2014/main" id="{1E336DBE-4C50-4A3A-2EE0-52380A9DF9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685" y="137856"/>
            <a:ext cx="287385" cy="325483"/>
          </a:xfrm>
          <a:prstGeom prst="rect">
            <a:avLst/>
          </a:prstGeom>
        </p:spPr>
      </p:pic>
      <p:sp>
        <p:nvSpPr>
          <p:cNvPr id="33" name="Flowchart: Connector 28">
            <a:extLst>
              <a:ext uri="{FF2B5EF4-FFF2-40B4-BE49-F238E27FC236}">
                <a16:creationId xmlns:a16="http://schemas.microsoft.com/office/drawing/2014/main" id="{B02271BE-FF78-BB41-AEEB-C51649914A24}"/>
              </a:ext>
            </a:extLst>
          </p:cNvPr>
          <p:cNvSpPr/>
          <p:nvPr/>
        </p:nvSpPr>
        <p:spPr>
          <a:xfrm>
            <a:off x="8370616" y="1351864"/>
            <a:ext cx="252000" cy="252000"/>
          </a:xfrm>
          <a:prstGeom prst="flowChartConnector">
            <a:avLst/>
          </a:prstGeom>
          <a:solidFill>
            <a:srgbClr val="00B05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 Regular"/>
                <a:ea typeface="+mn-ea"/>
                <a:cs typeface="+mn-cs"/>
              </a:rPr>
              <a:t>G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5B61BEA2-646F-8EF6-0CDB-61D49A6C07CC}"/>
              </a:ext>
            </a:extLst>
          </p:cNvPr>
          <p:cNvGraphicFramePr/>
          <p:nvPr/>
        </p:nvGraphicFramePr>
        <p:xfrm>
          <a:off x="6493783" y="166336"/>
          <a:ext cx="806142" cy="508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CC1C33D4-43C8-DB97-9285-5AF456673727}"/>
              </a:ext>
            </a:extLst>
          </p:cNvPr>
          <p:cNvSpPr txBox="1"/>
          <p:nvPr/>
        </p:nvSpPr>
        <p:spPr>
          <a:xfrm>
            <a:off x="6412792" y="258795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0%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098E44-E7C4-8E7C-0C2B-E34F5190137B}"/>
              </a:ext>
            </a:extLst>
          </p:cNvPr>
          <p:cNvSpPr txBox="1"/>
          <p:nvPr/>
        </p:nvSpPr>
        <p:spPr>
          <a:xfrm>
            <a:off x="6709041" y="23621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25%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49248CB-7CC6-9845-A339-0325B586450F}"/>
              </a:ext>
            </a:extLst>
          </p:cNvPr>
          <p:cNvSpPr txBox="1"/>
          <p:nvPr/>
        </p:nvSpPr>
        <p:spPr>
          <a:xfrm>
            <a:off x="6717987" y="605004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75000"/>
                  </a:schemeClr>
                </a:solidFill>
              </a:rPr>
              <a:t>75%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4B67E3D-42E2-C0CC-8C5E-772292A7E427}"/>
              </a:ext>
            </a:extLst>
          </p:cNvPr>
          <p:cNvSpPr txBox="1"/>
          <p:nvPr/>
        </p:nvSpPr>
        <p:spPr>
          <a:xfrm>
            <a:off x="7030498" y="311406"/>
            <a:ext cx="3609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4">
                    <a:lumMod val="50000"/>
                  </a:schemeClr>
                </a:solidFill>
              </a:rPr>
              <a:t>50%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3A8C8BD-23DA-18ED-012C-458EFDCA8AD6}"/>
              </a:ext>
            </a:extLst>
          </p:cNvPr>
          <p:cNvSpPr txBox="1"/>
          <p:nvPr/>
        </p:nvSpPr>
        <p:spPr>
          <a:xfrm>
            <a:off x="6310185" y="359513"/>
            <a:ext cx="4122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b="1" dirty="0">
                <a:solidFill>
                  <a:schemeClr val="accent6">
                    <a:lumMod val="50000"/>
                  </a:schemeClr>
                </a:solidFill>
              </a:rPr>
              <a:t>100%</a:t>
            </a:r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53B32183-0789-7732-2776-961771D73F98}"/>
              </a:ext>
            </a:extLst>
          </p:cNvPr>
          <p:cNvCxnSpPr>
            <a:cxnSpLocks/>
          </p:cNvCxnSpPr>
          <p:nvPr/>
        </p:nvCxnSpPr>
        <p:spPr>
          <a:xfrm flipV="1">
            <a:off x="6887070" y="184990"/>
            <a:ext cx="0" cy="25283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D9BC1B1-16D2-CD7C-99D1-DE6700247E99}"/>
              </a:ext>
            </a:extLst>
          </p:cNvPr>
          <p:cNvSpPr/>
          <p:nvPr/>
        </p:nvSpPr>
        <p:spPr>
          <a:xfrm>
            <a:off x="354311" y="4152956"/>
            <a:ext cx="4846743" cy="553998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Difficulties to onboard employees on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NO GO from CACEIS entities to accept to roll out the program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CD82DA7-DB46-F20A-0EED-F9BF13BF43BF}"/>
              </a:ext>
            </a:extLst>
          </p:cNvPr>
          <p:cNvSpPr txBox="1"/>
          <p:nvPr/>
        </p:nvSpPr>
        <p:spPr>
          <a:xfrm>
            <a:off x="0" y="4917734"/>
            <a:ext cx="348524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i="1" dirty="0"/>
              <a:t>*ratio of employees who completed an assignment / total number of employees concerned over the year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BDC666-1C65-5CC1-B7C3-D3AAE2D4AE7E}"/>
              </a:ext>
            </a:extLst>
          </p:cNvPr>
          <p:cNvSpPr/>
          <p:nvPr/>
        </p:nvSpPr>
        <p:spPr>
          <a:xfrm>
            <a:off x="5969595" y="4233378"/>
            <a:ext cx="2653021" cy="400110"/>
          </a:xfrm>
          <a:prstGeom prst="rect">
            <a:avLst/>
          </a:prstGeom>
        </p:spPr>
        <p:txBody>
          <a:bodyPr wrap="square" lIns="36000" tIns="45720" rIns="91440" bIns="4572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Lato"/>
                <a:ea typeface="Lato"/>
                <a:cs typeface="Lato"/>
              </a:rPr>
              <a:t>GO / NO GO from entities</a:t>
            </a:r>
            <a:endParaRPr lang="en-US" sz="1000" dirty="0">
              <a:solidFill>
                <a:srgbClr val="000000"/>
              </a:solidFill>
              <a:highlight>
                <a:srgbClr val="00FF00"/>
              </a:highlight>
              <a:latin typeface="Lato"/>
              <a:ea typeface="Lato"/>
              <a:cs typeface="Lato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808746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ACEIS">
      <a:dk1>
        <a:srgbClr val="000000"/>
      </a:dk1>
      <a:lt1>
        <a:srgbClr val="FFFFFF"/>
      </a:lt1>
      <a:dk2>
        <a:srgbClr val="52575F"/>
      </a:dk2>
      <a:lt2>
        <a:srgbClr val="DCDDDF"/>
      </a:lt2>
      <a:accent1>
        <a:srgbClr val="D0131A"/>
      </a:accent1>
      <a:accent2>
        <a:srgbClr val="7E93A7"/>
      </a:accent2>
      <a:accent3>
        <a:srgbClr val="2B728A"/>
      </a:accent3>
      <a:accent4>
        <a:srgbClr val="E6F3F9"/>
      </a:accent4>
      <a:accent5>
        <a:srgbClr val="E84E0E"/>
      </a:accent5>
      <a:accent6>
        <a:srgbClr val="88ADC1"/>
      </a:accent6>
      <a:hlink>
        <a:srgbClr val="0000FF"/>
      </a:hlink>
      <a:folHlink>
        <a:srgbClr val="D5D4D4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2018-16x9-EN-SIMPLIFIED-INTERNAL-USE" id="{2037D064-3B66-4AD9-B6ED-0FC5F1D40ECD}" vid="{AEAB568E-F782-4D34-919B-6D47A6C526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ProjectDeliveryContentType" ma:contentTypeID="0x0101000791AC83D7B341FD973A72BEA50ED4570032B7A2D0FCAE5F4DB929C95D242C3A1F" ma:contentTypeVersion="0" ma:contentTypeDescription="Caceis - OneITProjectManagement - ProjectDeliveryContentType" ma:contentTypeScope="" ma:versionID="e08a61ed55399c40f61d5198b385348e">
  <xsd:schema xmlns:xsd="http://www.w3.org/2001/XMLSchema" xmlns:xs="http://www.w3.org/2001/XMLSchema" xmlns:p="http://schemas.microsoft.com/office/2006/metadata/properties" xmlns:ns2="9A2F4C3B-CF61-4DF1-AC88-C6BF0332614B" targetNamespace="http://schemas.microsoft.com/office/2006/metadata/properties" ma:root="true" ma:fieldsID="702b700a6a70fdd73628bbf61c117c6d" ns2:_="">
    <xsd:import namespace="9A2F4C3B-CF61-4DF1-AC88-C6BF0332614B"/>
    <xsd:element name="properties">
      <xsd:complexType>
        <xsd:sequence>
          <xsd:element name="documentManagement">
            <xsd:complexType>
              <xsd:all>
                <xsd:element ref="ns2:ProjectStage"/>
                <xsd:element ref="ns2:ProjectTeam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2F4C3B-CF61-4DF1-AC88-C6BF0332614B" elementFormDefault="qualified">
    <xsd:import namespace="http://schemas.microsoft.com/office/2006/documentManagement/types"/>
    <xsd:import namespace="http://schemas.microsoft.com/office/infopath/2007/PartnerControls"/>
    <xsd:element name="ProjectStage" ma:index="8" ma:displayName="Project Stage" ma:default="00-Change management" ma:description="" ma:internalName="ProjectStage" ma:showField="TRUE">
      <xsd:simpleType>
        <xsd:restriction base="dms:Choice">
          <xsd:enumeration value="00-Change management"/>
          <xsd:enumeration value="01-Opportunity Assessment"/>
          <xsd:enumeration value="02-Scoping"/>
          <xsd:enumeration value="03-Design"/>
          <xsd:enumeration value="04-Sprint"/>
          <xsd:enumeration value="05-Validation"/>
          <xsd:enumeration value="06-Deployment"/>
          <xsd:enumeration value="07-Closure"/>
        </xsd:restriction>
      </xsd:simpleType>
    </xsd:element>
    <xsd:element name="ProjectTeam" ma:index="9" ma:displayName="Project Team" ma:default="Change management" ma:internalName="ProjectTeam">
      <xsd:simpleType>
        <xsd:restriction base="dms:Choice">
          <xsd:enumeration value="Change management"/>
          <xsd:enumeration value="Project management"/>
          <xsd:enumeration value="Portfolio management"/>
          <xsd:enumeration value="Security"/>
          <xsd:enumeration value="Software development"/>
          <xsd:enumeration value="Software test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jectStage xmlns="9A2F4C3B-CF61-4DF1-AC88-C6BF0332614B">02-Scoping</ProjectStage>
    <ProjectTeam xmlns="9A2F4C3B-CF61-4DF1-AC88-C6BF0332614B">Project management</ProjectTeam>
  </documentManagement>
</p:properties>
</file>

<file path=customXml/itemProps1.xml><?xml version="1.0" encoding="utf-8"?>
<ds:datastoreItem xmlns:ds="http://schemas.openxmlformats.org/officeDocument/2006/customXml" ds:itemID="{7EEE4DBB-4CB1-4ECA-8DDB-C1AF4E3161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493ABA-FE1F-45F3-A182-8BA6F040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2F4C3B-CF61-4DF1-AC88-C6BF033261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3B92B9-612F-4996-B46A-60CAEDFE03DD}">
  <ds:schemaRefs>
    <ds:schemaRef ds:uri="http://purl.org/dc/elements/1.1/"/>
    <ds:schemaRef ds:uri="http://schemas.microsoft.com/office/2006/metadata/properties"/>
    <ds:schemaRef ds:uri="http://purl.org/dc/terms/"/>
    <ds:schemaRef ds:uri="9A2F4C3B-CF61-4DF1-AC88-C6BF033261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1973</Words>
  <Application>Microsoft Office PowerPoint</Application>
  <PresentationFormat>On-screen Show (16:9)</PresentationFormat>
  <Paragraphs>307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Lato</vt:lpstr>
      <vt:lpstr>Lato Courant</vt:lpstr>
      <vt:lpstr>Lato Regular</vt:lpstr>
      <vt:lpstr>Wingdings</vt:lpstr>
      <vt:lpstr>Wingdings 3</vt:lpstr>
      <vt:lpstr>Custom Design</vt:lpstr>
      <vt:lpstr>Diapositive think-cell</vt:lpstr>
      <vt:lpstr>HR Project ID Card template</vt:lpstr>
      <vt:lpstr>Competencies volunteering - Platform “J’agis”</vt:lpstr>
      <vt:lpstr>Competencies volunteering - Platform “J’agis”</vt:lpstr>
      <vt:lpstr>Appendix</vt:lpstr>
      <vt:lpstr>Competencies volunteering - Platform “J’agis”</vt:lpstr>
      <vt:lpstr>Competencies volunteering - Platform “J’agis”</vt:lpstr>
      <vt:lpstr>Competencies volunteering - Platform “J’agis”</vt:lpstr>
      <vt:lpstr>Competencies volunteering - Platform “J’agis”</vt:lpstr>
    </vt:vector>
  </TitlesOfParts>
  <Company>CACEIS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MODELE</dc:title>
  <dc:creator>CACEIS</dc:creator>
  <cp:lastModifiedBy>Causi, Alexandra</cp:lastModifiedBy>
  <cp:revision>2160</cp:revision>
  <cp:lastPrinted>2017-07-18T08:32:11Z</cp:lastPrinted>
  <dcterms:created xsi:type="dcterms:W3CDTF">2015-05-25T12:45:08Z</dcterms:created>
  <dcterms:modified xsi:type="dcterms:W3CDTF">2026-01-16T13:48:59Z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0x0101000791AC83D7B341FD973A72BEA50ED4570032B7A2D0FCAE5F4DB929C95D242C3A1F</vt:lpwstr>
  </property>
  <property fmtid="{D5CDD505-2E9C-101B-9397-08002B2CF9AE}" pid="3" name="MSIP_Label_74959cb2-1791-4379-ac27-73c7defdb1e7_Enabled">
    <vt:lpwstr>true</vt:lpwstr>
  </property>
  <property fmtid="{D5CDD505-2E9C-101B-9397-08002B2CF9AE}" pid="4" name="MSIP_Label_74959cb2-1791-4379-ac27-73c7defdb1e7_SetDate">
    <vt:lpwstr>2025-04-02T07:32:12Z</vt:lpwstr>
  </property>
  <property fmtid="{D5CDD505-2E9C-101B-9397-08002B2CF9AE}" pid="5" name="MSIP_Label_74959cb2-1791-4379-ac27-73c7defdb1e7_Method">
    <vt:lpwstr>Privileged</vt:lpwstr>
  </property>
  <property fmtid="{D5CDD505-2E9C-101B-9397-08002B2CF9AE}" pid="6" name="MSIP_Label_74959cb2-1791-4379-ac27-73c7defdb1e7_Name">
    <vt:lpwstr>C2-Usage Interne</vt:lpwstr>
  </property>
  <property fmtid="{D5CDD505-2E9C-101B-9397-08002B2CF9AE}" pid="7" name="MSIP_Label_74959cb2-1791-4379-ac27-73c7defdb1e7_SiteId">
    <vt:lpwstr>fb3baf17-c313-474c-8d5d-577a3ec97a32</vt:lpwstr>
  </property>
  <property fmtid="{D5CDD505-2E9C-101B-9397-08002B2CF9AE}" pid="8" name="MSIP_Label_74959cb2-1791-4379-ac27-73c7defdb1e7_ActionId">
    <vt:lpwstr>326114f5-ebcc-47d0-8692-8b79b257784d</vt:lpwstr>
  </property>
  <property fmtid="{D5CDD505-2E9C-101B-9397-08002B2CF9AE}" pid="9" name="MSIP_Label_74959cb2-1791-4379-ac27-73c7defdb1e7_ContentBits">
    <vt:lpwstr>2</vt:lpwstr>
  </property>
</Properties>
</file>